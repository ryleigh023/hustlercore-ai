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Krub SemiBold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Krub"/>
      <p:bold r:id="rId31"/>
      <p:boldItalic r:id="rId32"/>
    </p:embeddedFont>
    <p:embeddedFont>
      <p:font typeface="DM Sans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  <p:embeddedFont>
      <p:font typeface="Schibsted Grotesk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g4jsVJzZIeuRfOCKbn9aXynjMu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font" Target="fonts/DMSansMedium-bold.fntdata"/><Relationship Id="rId42" Type="http://schemas.openxmlformats.org/officeDocument/2006/relationships/font" Target="fonts/SchibstedGroteskMedium-bold.fntdata"/><Relationship Id="rId41" Type="http://schemas.openxmlformats.org/officeDocument/2006/relationships/font" Target="fonts/SchibstedGroteskMedium-regular.fntdata"/><Relationship Id="rId22" Type="http://schemas.openxmlformats.org/officeDocument/2006/relationships/font" Target="fonts/DMSansMedium-boldItalic.fntdata"/><Relationship Id="rId44" Type="http://schemas.openxmlformats.org/officeDocument/2006/relationships/font" Target="fonts/SchibstedGroteskMedium-boldItalic.fntdata"/><Relationship Id="rId21" Type="http://schemas.openxmlformats.org/officeDocument/2006/relationships/font" Target="fonts/DMSansMedium-italic.fntdata"/><Relationship Id="rId43" Type="http://schemas.openxmlformats.org/officeDocument/2006/relationships/font" Target="fonts/SchibstedGroteskMedium-italic.fntdata"/><Relationship Id="rId24" Type="http://schemas.openxmlformats.org/officeDocument/2006/relationships/font" Target="fonts/KrubSemiBold-bold.fntdata"/><Relationship Id="rId23" Type="http://schemas.openxmlformats.org/officeDocument/2006/relationships/font" Target="fonts/KrubSemiBold-regular.fntdata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KrubSemiBold-boldItalic.fntdata"/><Relationship Id="rId25" Type="http://schemas.openxmlformats.org/officeDocument/2006/relationships/font" Target="fonts/KrubSemiBold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Krub-bold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33" Type="http://schemas.openxmlformats.org/officeDocument/2006/relationships/font" Target="fonts/DMSans-regular.fntdata"/><Relationship Id="rId10" Type="http://schemas.openxmlformats.org/officeDocument/2006/relationships/slide" Target="slides/slide6.xml"/><Relationship Id="rId32" Type="http://schemas.openxmlformats.org/officeDocument/2006/relationships/font" Target="fonts/Krub-boldItalic.fntdata"/><Relationship Id="rId13" Type="http://schemas.openxmlformats.org/officeDocument/2006/relationships/slide" Target="slides/slide9.xml"/><Relationship Id="rId35" Type="http://schemas.openxmlformats.org/officeDocument/2006/relationships/font" Target="fonts/DMSans-italic.fntdata"/><Relationship Id="rId12" Type="http://schemas.openxmlformats.org/officeDocument/2006/relationships/slide" Target="slides/slide8.xml"/><Relationship Id="rId34" Type="http://schemas.openxmlformats.org/officeDocument/2006/relationships/font" Target="fonts/DMSans-bold.fntdata"/><Relationship Id="rId15" Type="http://schemas.openxmlformats.org/officeDocument/2006/relationships/slide" Target="slides/slide11.xml"/><Relationship Id="rId37" Type="http://schemas.openxmlformats.org/officeDocument/2006/relationships/font" Target="fonts/OpenSans-regular.fntdata"/><Relationship Id="rId14" Type="http://schemas.openxmlformats.org/officeDocument/2006/relationships/slide" Target="slides/slide10.xml"/><Relationship Id="rId36" Type="http://schemas.openxmlformats.org/officeDocument/2006/relationships/font" Target="fonts/DMSans-boldItalic.fntdata"/><Relationship Id="rId17" Type="http://schemas.openxmlformats.org/officeDocument/2006/relationships/slide" Target="slides/slide13.xml"/><Relationship Id="rId39" Type="http://schemas.openxmlformats.org/officeDocument/2006/relationships/font" Target="fonts/OpenSans-italic.fntdata"/><Relationship Id="rId16" Type="http://schemas.openxmlformats.org/officeDocument/2006/relationships/slide" Target="slides/slide12.xml"/><Relationship Id="rId38" Type="http://schemas.openxmlformats.org/officeDocument/2006/relationships/font" Target="fonts/OpenSans-bold.fntdata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d7f1a0ac1a_2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d7f1a0ac1a_2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d7f1a0ac1a_2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d7f1a0ac1a_2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7f1a0ac1a_2_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d7f1a0ac1a_2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932675" y="948174"/>
            <a:ext cx="4113601" cy="26271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6500"/>
              <a:buFont typeface="Krub"/>
              <a:buNone/>
              <a:defRPr sz="6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932675" y="3719550"/>
            <a:ext cx="4113601" cy="475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600"/>
              <a:buFont typeface="Schibsted Grotesk Medium"/>
              <a:buNone/>
              <a:defRPr sz="1600">
                <a:latin typeface="Schibsted Grotesk Medium"/>
                <a:ea typeface="Schibsted Grotesk Medium"/>
                <a:cs typeface="Schibsted Grotesk Medium"/>
                <a:sym typeface="Schibsted Grotesk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600"/>
              <a:buFont typeface="Schibsted Grotesk Medium"/>
              <a:buNone/>
              <a:defRPr sz="1600">
                <a:latin typeface="Schibsted Grotesk Medium"/>
                <a:ea typeface="Schibsted Grotesk Medium"/>
                <a:cs typeface="Schibsted Grotesk Medium"/>
                <a:sym typeface="Schibsted Grotesk Medium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600"/>
              <a:buFont typeface="Schibsted Grotesk Medium"/>
              <a:buNone/>
              <a:defRPr sz="1600">
                <a:latin typeface="Schibsted Grotesk Medium"/>
                <a:ea typeface="Schibsted Grotesk Medium"/>
                <a:cs typeface="Schibsted Grotesk Medium"/>
                <a:sym typeface="Schibsted Grotesk Medium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600"/>
              <a:buFont typeface="Schibsted Grotesk Medium"/>
              <a:buNone/>
              <a:defRPr sz="1600">
                <a:latin typeface="Schibsted Grotesk Medium"/>
                <a:ea typeface="Schibsted Grotesk Medium"/>
                <a:cs typeface="Schibsted Grotesk Medium"/>
                <a:sym typeface="Schibsted Grotesk Medium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600"/>
              <a:buFont typeface="Schibsted Grotesk Medium"/>
              <a:buNone/>
              <a:defRPr sz="1600">
                <a:latin typeface="Schibsted Grotesk Medium"/>
                <a:ea typeface="Schibsted Grotesk Medium"/>
                <a:cs typeface="Schibsted Grotesk Medium"/>
                <a:sym typeface="Schibsted Grotesk Medium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1824050" y="1868224"/>
            <a:ext cx="2666401" cy="5085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Font typeface="Krub SemiBold"/>
              <a:buNone/>
              <a:defRPr sz="1800">
                <a:solidFill>
                  <a:srgbClr val="3A19A4"/>
                </a:solidFill>
                <a:latin typeface="Krub SemiBold"/>
                <a:ea typeface="Krub SemiBold"/>
                <a:cs typeface="Krub SemiBold"/>
                <a:sym typeface="Krub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Font typeface="Krub SemiBold"/>
              <a:buNone/>
              <a:defRPr sz="1800">
                <a:solidFill>
                  <a:srgbClr val="3A19A4"/>
                </a:solidFill>
                <a:latin typeface="Krub SemiBold"/>
                <a:ea typeface="Krub SemiBold"/>
                <a:cs typeface="Krub SemiBold"/>
                <a:sym typeface="Krub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Font typeface="Krub SemiBold"/>
              <a:buNone/>
              <a:defRPr sz="1800">
                <a:solidFill>
                  <a:srgbClr val="3A19A4"/>
                </a:solidFill>
                <a:latin typeface="Krub SemiBold"/>
                <a:ea typeface="Krub SemiBold"/>
                <a:cs typeface="Krub SemiBold"/>
                <a:sym typeface="Krub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Font typeface="Krub SemiBold"/>
              <a:buNone/>
              <a:defRPr sz="1800">
                <a:solidFill>
                  <a:srgbClr val="3A19A4"/>
                </a:solidFill>
                <a:latin typeface="Krub SemiBold"/>
                <a:ea typeface="Krub SemiBold"/>
                <a:cs typeface="Krub SemiBold"/>
                <a:sym typeface="Krub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Font typeface="Krub SemiBold"/>
              <a:buNone/>
              <a:defRPr sz="1800">
                <a:solidFill>
                  <a:srgbClr val="3A19A4"/>
                </a:solidFill>
                <a:latin typeface="Krub SemiBold"/>
                <a:ea typeface="Krub SemiBold"/>
                <a:cs typeface="Krub SemiBold"/>
                <a:sym typeface="Krub SemiBold"/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296724" y="3253899"/>
            <a:ext cx="3678901" cy="1078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4495624" y="787638"/>
            <a:ext cx="2648101" cy="10821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495624" y="1944137"/>
            <a:ext cx="3600601" cy="24117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7" name="Google Shape;117;p22"/>
          <p:cNvSpPr/>
          <p:nvPr>
            <p:ph idx="2" type="pic"/>
          </p:nvPr>
        </p:nvSpPr>
        <p:spPr>
          <a:xfrm flipH="1">
            <a:off x="981574" y="754199"/>
            <a:ext cx="3217201" cy="3635101"/>
          </a:xfrm>
          <a:prstGeom prst="rect">
            <a:avLst/>
          </a:prstGeom>
          <a:noFill/>
          <a:ln cap="flat" cmpd="sng" w="19050">
            <a:solidFill>
              <a:srgbClr val="AEB4EE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5">
  <p:cSld name="CUSTOM_5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2443153" y="1767284"/>
            <a:ext cx="2811000" cy="954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1082899" y="815174"/>
            <a:ext cx="4448101" cy="14358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8500"/>
              <a:buFont typeface="Krub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1082899" y="2306838"/>
            <a:ext cx="4448101" cy="11490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400"/>
              <a:buFont typeface="DM Sans Medium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400"/>
              <a:buFont typeface="DM Sans Medium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400"/>
              <a:buFont typeface="DM Sans Medium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400"/>
              <a:buFont typeface="DM Sans Medium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400"/>
              <a:buFont typeface="DM Sans Medium"/>
              <a:buNone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" name="Google Shape;129;p25"/>
          <p:cNvSpPr txBox="1"/>
          <p:nvPr/>
        </p:nvSpPr>
        <p:spPr>
          <a:xfrm>
            <a:off x="1082899" y="3580263"/>
            <a:ext cx="4178101" cy="48765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000"/>
              <a:buFont typeface="DM Sans"/>
              <a:buNone/>
            </a:pPr>
            <a:r>
              <a:rPr b="1" i="0" lang="en-US" sz="1000" u="none" cap="none" strike="noStrike">
                <a:solidFill>
                  <a:srgbClr val="4C067A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b="0" i="0" lang="en-US" sz="10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This presentation template was created by </a:t>
            </a:r>
            <a:r>
              <a:rPr b="1" i="0" lang="en-US" sz="1000" u="sng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-US" sz="10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and includes icons by </a:t>
            </a:r>
            <a:r>
              <a:rPr b="1" i="0" lang="en-US" sz="1000" u="sng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-US" sz="10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and infographics &amp; images by </a:t>
            </a:r>
            <a:r>
              <a:rPr b="1" i="0" lang="en-US" sz="1000" u="sng" cap="none" strike="noStrike">
                <a:solidFill>
                  <a:srgbClr val="191919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en-US" sz="1000" u="none" cap="none" strike="noStrike">
                <a:solidFill>
                  <a:srgbClr val="4C067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2380200" y="3565449"/>
            <a:ext cx="4383600" cy="8418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4800"/>
              <a:buFont typeface="Krub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33" name="Google Shape;133;p26"/>
          <p:cNvSpPr/>
          <p:nvPr>
            <p:ph idx="2" type="pic"/>
          </p:nvPr>
        </p:nvSpPr>
        <p:spPr>
          <a:xfrm>
            <a:off x="1039975" y="618149"/>
            <a:ext cx="7036800" cy="2637902"/>
          </a:xfrm>
          <a:prstGeom prst="rect">
            <a:avLst/>
          </a:prstGeom>
          <a:noFill/>
          <a:ln cap="flat" cmpd="sng" w="19050">
            <a:solidFill>
              <a:srgbClr val="AEB4EE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>
  <p:cSld name="TITLE_AND_BODY 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719999" y="1137975"/>
            <a:ext cx="7704002" cy="3879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hasCustomPrompt="1" type="title"/>
          </p:nvPr>
        </p:nvSpPr>
        <p:spPr>
          <a:xfrm>
            <a:off x="3912899" y="1586499"/>
            <a:ext cx="4158001" cy="11892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6000"/>
              <a:buFont typeface="Krub"/>
              <a:buNone/>
              <a:defRPr sz="6000">
                <a:solidFill>
                  <a:srgbClr val="4C067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3912899" y="2880474"/>
            <a:ext cx="3567302" cy="6765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600"/>
              <a:buFont typeface="DM Sans Medium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600"/>
              <a:buFont typeface="DM Sans Medium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600"/>
              <a:buFont typeface="DM Sans Medium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600"/>
              <a:buFont typeface="DM Sans Medium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600"/>
              <a:buFont typeface="DM Sans Medium"/>
              <a:buNone/>
              <a:defRPr sz="16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bg>
      <p:bgPr>
        <a:solidFill>
          <a:srgbClr val="5B0F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">
  <p:cSld name="BLANK_1_1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1" type="body"/>
          </p:nvPr>
        </p:nvSpPr>
        <p:spPr>
          <a:xfrm>
            <a:off x="824775" y="1113299"/>
            <a:ext cx="7407900" cy="10215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48" name="Google Shape;148;p30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">
  <p:cSld name="BLANK_1_1_1_1_1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1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51" name="Google Shape;151;p31"/>
          <p:cNvSpPr txBox="1"/>
          <p:nvPr>
            <p:ph idx="1" type="body"/>
          </p:nvPr>
        </p:nvSpPr>
        <p:spPr>
          <a:xfrm>
            <a:off x="824775" y="1113299"/>
            <a:ext cx="7407900" cy="24636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2" name="Google Shape;152;p31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6">
  <p:cSld name="CUSTOM_6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844899" y="1646700"/>
            <a:ext cx="2376602" cy="1604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7">
  <p:cSld name="CUSTOM_7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59" name="Google Shape;159;p33"/>
          <p:cNvSpPr txBox="1"/>
          <p:nvPr>
            <p:ph idx="1" type="body"/>
          </p:nvPr>
        </p:nvSpPr>
        <p:spPr>
          <a:xfrm>
            <a:off x="780150" y="1489112"/>
            <a:ext cx="2973901" cy="69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8">
  <p:cSld name="CUSTOM_8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type="title"/>
          </p:nvPr>
        </p:nvSpPr>
        <p:spPr>
          <a:xfrm>
            <a:off x="1052537" y="2049923"/>
            <a:ext cx="3492601" cy="679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3500"/>
              <a:buFont typeface="Krub"/>
              <a:buNone/>
              <a:defRPr sz="3500">
                <a:solidFill>
                  <a:srgbClr val="4C067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1800"/>
              <a:buNone/>
              <a:defRPr/>
            </a:lvl9pPr>
          </a:lstStyle>
          <a:p/>
        </p:txBody>
      </p:sp>
      <p:sp>
        <p:nvSpPr>
          <p:cNvPr id="163" name="Google Shape;163;p34"/>
          <p:cNvSpPr txBox="1"/>
          <p:nvPr>
            <p:ph idx="1" type="body"/>
          </p:nvPr>
        </p:nvSpPr>
        <p:spPr>
          <a:xfrm>
            <a:off x="1052537" y="2729420"/>
            <a:ext cx="3492601" cy="3642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800"/>
              <a:buNone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64" name="Google Shape;164;p34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>
  <p:cSld name="CUSTOM_9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35"/>
          <p:cNvGrpSpPr/>
          <p:nvPr/>
        </p:nvGrpSpPr>
        <p:grpSpPr>
          <a:xfrm>
            <a:off x="6950679" y="3954729"/>
            <a:ext cx="1301969" cy="649270"/>
            <a:chOff x="0" y="0"/>
            <a:chExt cx="1301967" cy="649268"/>
          </a:xfrm>
        </p:grpSpPr>
        <p:sp>
          <p:nvSpPr>
            <p:cNvPr id="167" name="Google Shape;167;p35"/>
            <p:cNvSpPr/>
            <p:nvPr/>
          </p:nvSpPr>
          <p:spPr>
            <a:xfrm>
              <a:off x="0" y="0"/>
              <a:ext cx="1301967" cy="649268"/>
            </a:xfrm>
            <a:custGeom>
              <a:rect b="b" l="l" r="r" t="t"/>
              <a:pathLst>
                <a:path extrusionOk="0" h="21600" w="21600">
                  <a:moveTo>
                    <a:pt x="20170" y="21600"/>
                  </a:moveTo>
                  <a:cubicBezTo>
                    <a:pt x="13923" y="21210"/>
                    <a:pt x="7677" y="21210"/>
                    <a:pt x="1430" y="21600"/>
                  </a:cubicBezTo>
                  <a:cubicBezTo>
                    <a:pt x="640" y="21600"/>
                    <a:pt x="0" y="20316"/>
                    <a:pt x="0" y="18733"/>
                  </a:cubicBezTo>
                  <a:cubicBezTo>
                    <a:pt x="200" y="13612"/>
                    <a:pt x="188" y="8313"/>
                    <a:pt x="0" y="2867"/>
                  </a:cubicBezTo>
                  <a:cubicBezTo>
                    <a:pt x="0" y="1283"/>
                    <a:pt x="640" y="0"/>
                    <a:pt x="1430" y="0"/>
                  </a:cubicBezTo>
                  <a:cubicBezTo>
                    <a:pt x="7561" y="243"/>
                    <a:pt x="13812" y="234"/>
                    <a:pt x="20170" y="0"/>
                  </a:cubicBezTo>
                  <a:cubicBezTo>
                    <a:pt x="20960" y="0"/>
                    <a:pt x="21600" y="1284"/>
                    <a:pt x="21600" y="2867"/>
                  </a:cubicBezTo>
                  <a:cubicBezTo>
                    <a:pt x="21403" y="8313"/>
                    <a:pt x="21391" y="13612"/>
                    <a:pt x="21600" y="18733"/>
                  </a:cubicBezTo>
                  <a:cubicBezTo>
                    <a:pt x="21600" y="20316"/>
                    <a:pt x="20960" y="21600"/>
                    <a:pt x="20170" y="216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5"/>
            <p:cNvSpPr/>
            <p:nvPr/>
          </p:nvSpPr>
          <p:spPr>
            <a:xfrm>
              <a:off x="118481" y="97551"/>
              <a:ext cx="476014" cy="476049"/>
            </a:xfrm>
            <a:custGeom>
              <a:rect b="b" l="l" r="r" t="t"/>
              <a:pathLst>
                <a:path extrusionOk="0" h="21600" w="21600">
                  <a:moveTo>
                    <a:pt x="14753" y="9980"/>
                  </a:moveTo>
                  <a:cubicBezTo>
                    <a:pt x="14807" y="10246"/>
                    <a:pt x="14837" y="10521"/>
                    <a:pt x="14837" y="10802"/>
                  </a:cubicBezTo>
                  <a:cubicBezTo>
                    <a:pt x="14837" y="13031"/>
                    <a:pt x="13029" y="14839"/>
                    <a:pt x="10800" y="14839"/>
                  </a:cubicBezTo>
                  <a:cubicBezTo>
                    <a:pt x="8571" y="14839"/>
                    <a:pt x="6763" y="13031"/>
                    <a:pt x="6763" y="10802"/>
                  </a:cubicBezTo>
                  <a:cubicBezTo>
                    <a:pt x="6763" y="8573"/>
                    <a:pt x="8571" y="6765"/>
                    <a:pt x="10800" y="6765"/>
                  </a:cubicBezTo>
                  <a:lnTo>
                    <a:pt x="10800" y="0"/>
                  </a:lnTo>
                  <a:cubicBezTo>
                    <a:pt x="4836" y="0"/>
                    <a:pt x="0" y="4836"/>
                    <a:pt x="0" y="10800"/>
                  </a:cubicBezTo>
                  <a:cubicBezTo>
                    <a:pt x="0" y="16764"/>
                    <a:pt x="4836" y="21600"/>
                    <a:pt x="10800" y="21600"/>
                  </a:cubicBezTo>
                  <a:cubicBezTo>
                    <a:pt x="16764" y="21600"/>
                    <a:pt x="21600" y="16764"/>
                    <a:pt x="21600" y="10800"/>
                  </a:cubicBezTo>
                  <a:cubicBezTo>
                    <a:pt x="21600" y="10046"/>
                    <a:pt x="21521" y="9310"/>
                    <a:pt x="21375" y="8600"/>
                  </a:cubicBezTo>
                  <a:lnTo>
                    <a:pt x="14753" y="998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5"/>
            <p:cNvSpPr/>
            <p:nvPr/>
          </p:nvSpPr>
          <p:spPr>
            <a:xfrm>
              <a:off x="388242" y="65894"/>
              <a:ext cx="233046" cy="219914"/>
            </a:xfrm>
            <a:custGeom>
              <a:rect b="b" l="l" r="r" t="t"/>
              <a:pathLst>
                <a:path extrusionOk="0" h="21600" w="21600">
                  <a:moveTo>
                    <a:pt x="0" y="14640"/>
                  </a:moveTo>
                  <a:cubicBezTo>
                    <a:pt x="3978" y="14640"/>
                    <a:pt x="7298" y="17628"/>
                    <a:pt x="8071" y="21600"/>
                  </a:cubicBezTo>
                  <a:lnTo>
                    <a:pt x="21600" y="18617"/>
                  </a:lnTo>
                  <a:cubicBezTo>
                    <a:pt x="19526" y="7988"/>
                    <a:pt x="10641" y="0"/>
                    <a:pt x="0" y="0"/>
                  </a:cubicBezTo>
                  <a:lnTo>
                    <a:pt x="0" y="146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35"/>
            <p:cNvGrpSpPr/>
            <p:nvPr/>
          </p:nvGrpSpPr>
          <p:grpSpPr>
            <a:xfrm>
              <a:off x="682766" y="114868"/>
              <a:ext cx="533144" cy="409758"/>
              <a:chOff x="-1" y="-1"/>
              <a:chExt cx="533142" cy="409757"/>
            </a:xfrm>
          </p:grpSpPr>
          <p:sp>
            <p:nvSpPr>
              <p:cNvPr id="171" name="Google Shape;171;p35"/>
              <p:cNvSpPr/>
              <p:nvPr/>
            </p:nvSpPr>
            <p:spPr>
              <a:xfrm>
                <a:off x="-1" y="385243"/>
                <a:ext cx="533141" cy="24513"/>
              </a:xfrm>
              <a:custGeom>
                <a:rect b="b" l="l" r="r" t="t"/>
                <a:pathLst>
                  <a:path extrusionOk="0" h="21600" w="21284">
                    <a:moveTo>
                      <a:pt x="20811" y="0"/>
                    </a:moveTo>
                    <a:lnTo>
                      <a:pt x="473" y="0"/>
                    </a:lnTo>
                    <a:cubicBezTo>
                      <a:pt x="-157" y="0"/>
                      <a:pt x="-159" y="21600"/>
                      <a:pt x="473" y="21600"/>
                    </a:cubicBezTo>
                    <a:lnTo>
                      <a:pt x="20811" y="21600"/>
                    </a:lnTo>
                    <a:cubicBezTo>
                      <a:pt x="21441" y="21600"/>
                      <a:pt x="21441" y="0"/>
                      <a:pt x="20811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5"/>
              <p:cNvSpPr/>
              <p:nvPr/>
            </p:nvSpPr>
            <p:spPr>
              <a:xfrm>
                <a:off x="-1" y="288932"/>
                <a:ext cx="533141" cy="24513"/>
              </a:xfrm>
              <a:custGeom>
                <a:rect b="b" l="l" r="r" t="t"/>
                <a:pathLst>
                  <a:path extrusionOk="0" h="21600" w="21284">
                    <a:moveTo>
                      <a:pt x="20811" y="0"/>
                    </a:moveTo>
                    <a:lnTo>
                      <a:pt x="473" y="0"/>
                    </a:lnTo>
                    <a:cubicBezTo>
                      <a:pt x="-157" y="0"/>
                      <a:pt x="-159" y="21600"/>
                      <a:pt x="473" y="21600"/>
                    </a:cubicBezTo>
                    <a:lnTo>
                      <a:pt x="20811" y="21600"/>
                    </a:lnTo>
                    <a:cubicBezTo>
                      <a:pt x="21441" y="21600"/>
                      <a:pt x="21441" y="0"/>
                      <a:pt x="20811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35"/>
              <p:cNvSpPr/>
              <p:nvPr/>
            </p:nvSpPr>
            <p:spPr>
              <a:xfrm>
                <a:off x="-1" y="192622"/>
                <a:ext cx="533141" cy="24513"/>
              </a:xfrm>
              <a:custGeom>
                <a:rect b="b" l="l" r="r" t="t"/>
                <a:pathLst>
                  <a:path extrusionOk="0" h="21600" w="21284">
                    <a:moveTo>
                      <a:pt x="20811" y="0"/>
                    </a:moveTo>
                    <a:lnTo>
                      <a:pt x="473" y="0"/>
                    </a:lnTo>
                    <a:cubicBezTo>
                      <a:pt x="-157" y="0"/>
                      <a:pt x="-159" y="21600"/>
                      <a:pt x="473" y="21600"/>
                    </a:cubicBezTo>
                    <a:lnTo>
                      <a:pt x="20811" y="21600"/>
                    </a:lnTo>
                    <a:cubicBezTo>
                      <a:pt x="21441" y="21600"/>
                      <a:pt x="21441" y="0"/>
                      <a:pt x="20811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35"/>
              <p:cNvSpPr/>
              <p:nvPr/>
            </p:nvSpPr>
            <p:spPr>
              <a:xfrm>
                <a:off x="-1" y="96311"/>
                <a:ext cx="533141" cy="24513"/>
              </a:xfrm>
              <a:custGeom>
                <a:rect b="b" l="l" r="r" t="t"/>
                <a:pathLst>
                  <a:path extrusionOk="0" h="21600" w="21284">
                    <a:moveTo>
                      <a:pt x="20811" y="0"/>
                    </a:moveTo>
                    <a:lnTo>
                      <a:pt x="473" y="0"/>
                    </a:lnTo>
                    <a:cubicBezTo>
                      <a:pt x="-157" y="0"/>
                      <a:pt x="-159" y="21600"/>
                      <a:pt x="473" y="21600"/>
                    </a:cubicBezTo>
                    <a:lnTo>
                      <a:pt x="20811" y="21600"/>
                    </a:lnTo>
                    <a:cubicBezTo>
                      <a:pt x="21441" y="21600"/>
                      <a:pt x="21441" y="0"/>
                      <a:pt x="20811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35"/>
              <p:cNvSpPr/>
              <p:nvPr/>
            </p:nvSpPr>
            <p:spPr>
              <a:xfrm>
                <a:off x="220492" y="-1"/>
                <a:ext cx="312649" cy="24514"/>
              </a:xfrm>
              <a:custGeom>
                <a:rect b="b" l="l" r="r" t="t"/>
                <a:pathLst>
                  <a:path extrusionOk="0" h="21600" w="21066">
                    <a:moveTo>
                      <a:pt x="20269" y="0"/>
                    </a:moveTo>
                    <a:lnTo>
                      <a:pt x="798" y="0"/>
                    </a:lnTo>
                    <a:cubicBezTo>
                      <a:pt x="-265" y="0"/>
                      <a:pt x="-268" y="21600"/>
                      <a:pt x="798" y="21600"/>
                    </a:cubicBezTo>
                    <a:lnTo>
                      <a:pt x="20269" y="21600"/>
                    </a:lnTo>
                    <a:cubicBezTo>
                      <a:pt x="21332" y="21600"/>
                      <a:pt x="21332" y="0"/>
                      <a:pt x="20269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6" name="Google Shape;176;p35"/>
          <p:cNvGrpSpPr/>
          <p:nvPr/>
        </p:nvGrpSpPr>
        <p:grpSpPr>
          <a:xfrm>
            <a:off x="886760" y="539491"/>
            <a:ext cx="1121342" cy="641107"/>
            <a:chOff x="-1" y="0"/>
            <a:chExt cx="1121341" cy="641105"/>
          </a:xfrm>
        </p:grpSpPr>
        <p:sp>
          <p:nvSpPr>
            <p:cNvPr id="177" name="Google Shape;177;p35"/>
            <p:cNvSpPr/>
            <p:nvPr/>
          </p:nvSpPr>
          <p:spPr>
            <a:xfrm>
              <a:off x="-1" y="0"/>
              <a:ext cx="1121341" cy="641105"/>
            </a:xfrm>
            <a:custGeom>
              <a:rect b="b" l="l" r="r" t="t"/>
              <a:pathLst>
                <a:path extrusionOk="0" h="21600" w="21600">
                  <a:moveTo>
                    <a:pt x="20433" y="21600"/>
                  </a:moveTo>
                  <a:cubicBezTo>
                    <a:pt x="13064" y="21436"/>
                    <a:pt x="6239" y="21367"/>
                    <a:pt x="1167" y="21600"/>
                  </a:cubicBezTo>
                  <a:cubicBezTo>
                    <a:pt x="523" y="21600"/>
                    <a:pt x="0" y="20686"/>
                    <a:pt x="0" y="19559"/>
                  </a:cubicBezTo>
                  <a:cubicBezTo>
                    <a:pt x="147" y="14048"/>
                    <a:pt x="133" y="8175"/>
                    <a:pt x="0" y="2041"/>
                  </a:cubicBezTo>
                  <a:cubicBezTo>
                    <a:pt x="0" y="914"/>
                    <a:pt x="523" y="0"/>
                    <a:pt x="1167" y="0"/>
                  </a:cubicBezTo>
                  <a:cubicBezTo>
                    <a:pt x="8568" y="128"/>
                    <a:pt x="15548" y="202"/>
                    <a:pt x="20433" y="0"/>
                  </a:cubicBezTo>
                  <a:cubicBezTo>
                    <a:pt x="21077" y="0"/>
                    <a:pt x="21600" y="914"/>
                    <a:pt x="21600" y="2041"/>
                  </a:cubicBezTo>
                  <a:cubicBezTo>
                    <a:pt x="21466" y="7786"/>
                    <a:pt x="21470" y="13628"/>
                    <a:pt x="21600" y="19559"/>
                  </a:cubicBezTo>
                  <a:cubicBezTo>
                    <a:pt x="21600" y="20687"/>
                    <a:pt x="21077" y="21600"/>
                    <a:pt x="20433" y="21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5"/>
            <p:cNvSpPr/>
            <p:nvPr/>
          </p:nvSpPr>
          <p:spPr>
            <a:xfrm>
              <a:off x="107288" y="227159"/>
              <a:ext cx="90727" cy="32907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5"/>
            <p:cNvSpPr/>
            <p:nvPr/>
          </p:nvSpPr>
          <p:spPr>
            <a:xfrm>
              <a:off x="236156" y="377134"/>
              <a:ext cx="90727" cy="17909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5"/>
            <p:cNvSpPr/>
            <p:nvPr/>
          </p:nvSpPr>
          <p:spPr>
            <a:xfrm>
              <a:off x="344639" y="181728"/>
              <a:ext cx="101335" cy="370137"/>
            </a:xfrm>
            <a:prstGeom prst="rect">
              <a:avLst/>
            </a:pr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5"/>
            <p:cNvSpPr/>
            <p:nvPr/>
          </p:nvSpPr>
          <p:spPr>
            <a:xfrm>
              <a:off x="488573" y="416729"/>
              <a:ext cx="101335" cy="135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2" name="Google Shape;182;p35"/>
            <p:cNvGrpSpPr/>
            <p:nvPr/>
          </p:nvGrpSpPr>
          <p:grpSpPr>
            <a:xfrm>
              <a:off x="669233" y="95396"/>
              <a:ext cx="348506" cy="450338"/>
              <a:chOff x="0" y="0"/>
              <a:chExt cx="348505" cy="450336"/>
            </a:xfrm>
          </p:grpSpPr>
          <p:sp>
            <p:nvSpPr>
              <p:cNvPr id="183" name="Google Shape;183;p35"/>
              <p:cNvSpPr/>
              <p:nvPr/>
            </p:nvSpPr>
            <p:spPr>
              <a:xfrm>
                <a:off x="99134" y="0"/>
                <a:ext cx="249371" cy="12701"/>
              </a:xfrm>
              <a:custGeom>
                <a:rect b="b" l="l" r="r" t="t"/>
                <a:pathLst>
                  <a:path extrusionOk="0" h="21600" w="21245">
                    <a:moveTo>
                      <a:pt x="20711" y="0"/>
                    </a:moveTo>
                    <a:lnTo>
                      <a:pt x="533" y="0"/>
                    </a:lnTo>
                    <a:cubicBezTo>
                      <a:pt x="-178" y="0"/>
                      <a:pt x="-178" y="21600"/>
                      <a:pt x="533" y="21600"/>
                    </a:cubicBezTo>
                    <a:lnTo>
                      <a:pt x="20711" y="21600"/>
                    </a:lnTo>
                    <a:cubicBezTo>
                      <a:pt x="21422" y="21600"/>
                      <a:pt x="21422" y="0"/>
                      <a:pt x="20711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35"/>
              <p:cNvSpPr/>
              <p:nvPr/>
            </p:nvSpPr>
            <p:spPr>
              <a:xfrm>
                <a:off x="0" y="87541"/>
                <a:ext cx="348505" cy="12701"/>
              </a:xfrm>
              <a:custGeom>
                <a:rect b="b" l="l" r="r" t="t"/>
                <a:pathLst>
                  <a:path extrusionOk="0" h="21600" w="21344">
                    <a:moveTo>
                      <a:pt x="20961" y="0"/>
                    </a:moveTo>
                    <a:lnTo>
                      <a:pt x="383" y="0"/>
                    </a:lnTo>
                    <a:cubicBezTo>
                      <a:pt x="-128" y="0"/>
                      <a:pt x="-128" y="21600"/>
                      <a:pt x="383" y="21600"/>
                    </a:cubicBezTo>
                    <a:lnTo>
                      <a:pt x="20961" y="21600"/>
                    </a:lnTo>
                    <a:cubicBezTo>
                      <a:pt x="21472" y="21538"/>
                      <a:pt x="21472" y="0"/>
                      <a:pt x="20961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35"/>
              <p:cNvSpPr/>
              <p:nvPr/>
            </p:nvSpPr>
            <p:spPr>
              <a:xfrm>
                <a:off x="0" y="175047"/>
                <a:ext cx="348505" cy="12701"/>
              </a:xfrm>
              <a:custGeom>
                <a:rect b="b" l="l" r="r" t="t"/>
                <a:pathLst>
                  <a:path extrusionOk="0" h="21600" w="21344">
                    <a:moveTo>
                      <a:pt x="20961" y="0"/>
                    </a:moveTo>
                    <a:lnTo>
                      <a:pt x="383" y="0"/>
                    </a:lnTo>
                    <a:cubicBezTo>
                      <a:pt x="-128" y="0"/>
                      <a:pt x="-128" y="21600"/>
                      <a:pt x="383" y="21600"/>
                    </a:cubicBezTo>
                    <a:lnTo>
                      <a:pt x="20961" y="21600"/>
                    </a:lnTo>
                    <a:cubicBezTo>
                      <a:pt x="21472" y="21600"/>
                      <a:pt x="21472" y="0"/>
                      <a:pt x="20961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35"/>
              <p:cNvSpPr/>
              <p:nvPr/>
            </p:nvSpPr>
            <p:spPr>
              <a:xfrm>
                <a:off x="0" y="262588"/>
                <a:ext cx="348505" cy="12701"/>
              </a:xfrm>
              <a:custGeom>
                <a:rect b="b" l="l" r="r" t="t"/>
                <a:pathLst>
                  <a:path extrusionOk="0" h="21600" w="21344">
                    <a:moveTo>
                      <a:pt x="20961" y="0"/>
                    </a:moveTo>
                    <a:lnTo>
                      <a:pt x="383" y="0"/>
                    </a:lnTo>
                    <a:cubicBezTo>
                      <a:pt x="-128" y="0"/>
                      <a:pt x="-128" y="21600"/>
                      <a:pt x="383" y="21600"/>
                    </a:cubicBezTo>
                    <a:lnTo>
                      <a:pt x="20961" y="21600"/>
                    </a:lnTo>
                    <a:cubicBezTo>
                      <a:pt x="21472" y="21600"/>
                      <a:pt x="21472" y="0"/>
                      <a:pt x="20961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35"/>
              <p:cNvSpPr/>
              <p:nvPr/>
            </p:nvSpPr>
            <p:spPr>
              <a:xfrm>
                <a:off x="0" y="350129"/>
                <a:ext cx="348505" cy="12701"/>
              </a:xfrm>
              <a:custGeom>
                <a:rect b="b" l="l" r="r" t="t"/>
                <a:pathLst>
                  <a:path extrusionOk="0" h="21600" w="21344">
                    <a:moveTo>
                      <a:pt x="20961" y="0"/>
                    </a:moveTo>
                    <a:lnTo>
                      <a:pt x="383" y="0"/>
                    </a:lnTo>
                    <a:cubicBezTo>
                      <a:pt x="-128" y="0"/>
                      <a:pt x="-128" y="21600"/>
                      <a:pt x="383" y="21600"/>
                    </a:cubicBezTo>
                    <a:lnTo>
                      <a:pt x="20961" y="21600"/>
                    </a:lnTo>
                    <a:cubicBezTo>
                      <a:pt x="21472" y="21538"/>
                      <a:pt x="21472" y="0"/>
                      <a:pt x="20961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35"/>
              <p:cNvSpPr/>
              <p:nvPr/>
            </p:nvSpPr>
            <p:spPr>
              <a:xfrm>
                <a:off x="0" y="437635"/>
                <a:ext cx="348505" cy="12701"/>
              </a:xfrm>
              <a:custGeom>
                <a:rect b="b" l="l" r="r" t="t"/>
                <a:pathLst>
                  <a:path extrusionOk="0" h="21600" w="21344">
                    <a:moveTo>
                      <a:pt x="20961" y="0"/>
                    </a:moveTo>
                    <a:lnTo>
                      <a:pt x="383" y="0"/>
                    </a:lnTo>
                    <a:cubicBezTo>
                      <a:pt x="-128" y="0"/>
                      <a:pt x="-128" y="21600"/>
                      <a:pt x="383" y="21600"/>
                    </a:cubicBezTo>
                    <a:lnTo>
                      <a:pt x="20961" y="21600"/>
                    </a:lnTo>
                    <a:cubicBezTo>
                      <a:pt x="21472" y="21600"/>
                      <a:pt x="21472" y="0"/>
                      <a:pt x="20961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9" name="Google Shape;189;p35"/>
          <p:cNvGrpSpPr/>
          <p:nvPr/>
        </p:nvGrpSpPr>
        <p:grpSpPr>
          <a:xfrm>
            <a:off x="963886" y="3954711"/>
            <a:ext cx="59103" cy="547728"/>
            <a:chOff x="-1" y="-1"/>
            <a:chExt cx="59102" cy="547727"/>
          </a:xfrm>
        </p:grpSpPr>
        <p:sp>
          <p:nvSpPr>
            <p:cNvPr id="190" name="Google Shape;190;p35"/>
            <p:cNvSpPr/>
            <p:nvPr/>
          </p:nvSpPr>
          <p:spPr>
            <a:xfrm>
              <a:off x="-1" y="-1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1" name="Google Shape;191;p35"/>
            <p:cNvSpPr/>
            <p:nvPr/>
          </p:nvSpPr>
          <p:spPr>
            <a:xfrm>
              <a:off x="-1" y="162874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2" name="Google Shape;192;p35"/>
            <p:cNvSpPr/>
            <p:nvPr/>
          </p:nvSpPr>
          <p:spPr>
            <a:xfrm>
              <a:off x="-1" y="325749"/>
              <a:ext cx="59102" cy="59102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3" name="Google Shape;193;p35"/>
            <p:cNvSpPr/>
            <p:nvPr/>
          </p:nvSpPr>
          <p:spPr>
            <a:xfrm>
              <a:off x="-1" y="488625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94" name="Google Shape;194;p35"/>
          <p:cNvGrpSpPr/>
          <p:nvPr/>
        </p:nvGrpSpPr>
        <p:grpSpPr>
          <a:xfrm>
            <a:off x="8078912" y="539499"/>
            <a:ext cx="59103" cy="384853"/>
            <a:chOff x="-1" y="-1"/>
            <a:chExt cx="59102" cy="384852"/>
          </a:xfrm>
        </p:grpSpPr>
        <p:sp>
          <p:nvSpPr>
            <p:cNvPr id="195" name="Google Shape;195;p35"/>
            <p:cNvSpPr/>
            <p:nvPr/>
          </p:nvSpPr>
          <p:spPr>
            <a:xfrm>
              <a:off x="-1" y="-1"/>
              <a:ext cx="59102" cy="59102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6" name="Google Shape;196;p35"/>
            <p:cNvSpPr/>
            <p:nvPr/>
          </p:nvSpPr>
          <p:spPr>
            <a:xfrm>
              <a:off x="-1" y="162875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7" name="Google Shape;197;p35"/>
            <p:cNvSpPr/>
            <p:nvPr/>
          </p:nvSpPr>
          <p:spPr>
            <a:xfrm>
              <a:off x="-1" y="325750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98" name="Google Shape;198;p35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_1">
  <p:cSld name="CUSTOM_9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36"/>
          <p:cNvGrpSpPr/>
          <p:nvPr/>
        </p:nvGrpSpPr>
        <p:grpSpPr>
          <a:xfrm>
            <a:off x="914694" y="3500464"/>
            <a:ext cx="803544" cy="1103593"/>
            <a:chOff x="-1" y="-1"/>
            <a:chExt cx="803542" cy="1103592"/>
          </a:xfrm>
        </p:grpSpPr>
        <p:grpSp>
          <p:nvGrpSpPr>
            <p:cNvPr id="201" name="Google Shape;201;p36"/>
            <p:cNvGrpSpPr/>
            <p:nvPr/>
          </p:nvGrpSpPr>
          <p:grpSpPr>
            <a:xfrm>
              <a:off x="70348" y="968429"/>
              <a:ext cx="698217" cy="135162"/>
              <a:chOff x="-1" y="-1"/>
              <a:chExt cx="698216" cy="135160"/>
            </a:xfrm>
          </p:grpSpPr>
          <p:sp>
            <p:nvSpPr>
              <p:cNvPr id="202" name="Google Shape;202;p36"/>
              <p:cNvSpPr/>
              <p:nvPr/>
            </p:nvSpPr>
            <p:spPr>
              <a:xfrm>
                <a:off x="-1" y="-1"/>
                <a:ext cx="698216" cy="135160"/>
              </a:xfrm>
              <a:custGeom>
                <a:rect b="b" l="l" r="r" t="t"/>
                <a:pathLst>
                  <a:path extrusionOk="0" h="21600" w="21600">
                    <a:moveTo>
                      <a:pt x="21237" y="21600"/>
                    </a:moveTo>
                    <a:lnTo>
                      <a:pt x="363" y="21600"/>
                    </a:lnTo>
                    <a:cubicBezTo>
                      <a:pt x="162" y="21600"/>
                      <a:pt x="0" y="20762"/>
                      <a:pt x="0" y="19724"/>
                    </a:cubicBezTo>
                    <a:lnTo>
                      <a:pt x="0" y="1876"/>
                    </a:lnTo>
                    <a:cubicBezTo>
                      <a:pt x="0" y="838"/>
                      <a:pt x="162" y="0"/>
                      <a:pt x="363" y="0"/>
                    </a:cubicBezTo>
                    <a:lnTo>
                      <a:pt x="21237" y="0"/>
                    </a:lnTo>
                    <a:cubicBezTo>
                      <a:pt x="21438" y="0"/>
                      <a:pt x="21600" y="838"/>
                      <a:pt x="21600" y="1876"/>
                    </a:cubicBezTo>
                    <a:lnTo>
                      <a:pt x="21600" y="19724"/>
                    </a:lnTo>
                    <a:cubicBezTo>
                      <a:pt x="21600" y="20762"/>
                      <a:pt x="21438" y="21600"/>
                      <a:pt x="21237" y="2160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" name="Google Shape;203;p36"/>
              <p:cNvGrpSpPr/>
              <p:nvPr/>
            </p:nvGrpSpPr>
            <p:grpSpPr>
              <a:xfrm>
                <a:off x="57016" y="18914"/>
                <a:ext cx="584216" cy="96412"/>
                <a:chOff x="0" y="0"/>
                <a:chExt cx="584214" cy="96411"/>
              </a:xfrm>
            </p:grpSpPr>
            <p:sp>
              <p:nvSpPr>
                <p:cNvPr id="204" name="Google Shape;204;p36"/>
                <p:cNvSpPr/>
                <p:nvPr/>
              </p:nvSpPr>
              <p:spPr>
                <a:xfrm>
                  <a:off x="0" y="0"/>
                  <a:ext cx="12700" cy="96411"/>
                </a:xfrm>
                <a:custGeom>
                  <a:rect b="b" l="l" r="r" t="t"/>
                  <a:pathLst>
                    <a:path extrusionOk="0" h="21600" w="21600">
                      <a:moveTo>
                        <a:pt x="10801" y="21600"/>
                      </a:moveTo>
                      <a:cubicBezTo>
                        <a:pt x="4821" y="21600"/>
                        <a:pt x="0" y="21049"/>
                        <a:pt x="0" y="20366"/>
                      </a:cubicBezTo>
                      <a:lnTo>
                        <a:pt x="0" y="1234"/>
                      </a:lnTo>
                      <a:cubicBezTo>
                        <a:pt x="0" y="551"/>
                        <a:pt x="4821" y="0"/>
                        <a:pt x="10801" y="0"/>
                      </a:cubicBezTo>
                      <a:cubicBezTo>
                        <a:pt x="16779" y="0"/>
                        <a:pt x="21600" y="551"/>
                        <a:pt x="21600" y="1234"/>
                      </a:cubicBezTo>
                      <a:lnTo>
                        <a:pt x="21600" y="20366"/>
                      </a:lnTo>
                      <a:cubicBezTo>
                        <a:pt x="21600" y="21049"/>
                        <a:pt x="16779" y="21600"/>
                        <a:pt x="10801" y="216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36"/>
                <p:cNvSpPr/>
                <p:nvPr/>
              </p:nvSpPr>
              <p:spPr>
                <a:xfrm>
                  <a:off x="81625" y="0"/>
                  <a:ext cx="12701" cy="96411"/>
                </a:xfrm>
                <a:custGeom>
                  <a:rect b="b" l="l" r="r" t="t"/>
                  <a:pathLst>
                    <a:path extrusionOk="0" h="21600" w="21536">
                      <a:moveTo>
                        <a:pt x="10768" y="21600"/>
                      </a:moveTo>
                      <a:cubicBezTo>
                        <a:pt x="4808" y="21600"/>
                        <a:pt x="0" y="21049"/>
                        <a:pt x="0" y="20366"/>
                      </a:cubicBezTo>
                      <a:lnTo>
                        <a:pt x="0" y="1234"/>
                      </a:lnTo>
                      <a:cubicBezTo>
                        <a:pt x="0" y="551"/>
                        <a:pt x="4808" y="0"/>
                        <a:pt x="10768" y="0"/>
                      </a:cubicBezTo>
                      <a:cubicBezTo>
                        <a:pt x="16728" y="0"/>
                        <a:pt x="21536" y="551"/>
                        <a:pt x="21536" y="1234"/>
                      </a:cubicBezTo>
                      <a:lnTo>
                        <a:pt x="21536" y="20366"/>
                      </a:lnTo>
                      <a:cubicBezTo>
                        <a:pt x="21600" y="21049"/>
                        <a:pt x="16728" y="21600"/>
                        <a:pt x="10768" y="216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36"/>
                <p:cNvSpPr/>
                <p:nvPr/>
              </p:nvSpPr>
              <p:spPr>
                <a:xfrm>
                  <a:off x="163284" y="0"/>
                  <a:ext cx="12701" cy="96411"/>
                </a:xfrm>
                <a:custGeom>
                  <a:rect b="b" l="l" r="r" t="t"/>
                  <a:pathLst>
                    <a:path extrusionOk="0" h="21600" w="21600">
                      <a:moveTo>
                        <a:pt x="10799" y="21600"/>
                      </a:moveTo>
                      <a:cubicBezTo>
                        <a:pt x="4821" y="21600"/>
                        <a:pt x="0" y="21049"/>
                        <a:pt x="0" y="20366"/>
                      </a:cubicBezTo>
                      <a:lnTo>
                        <a:pt x="0" y="1234"/>
                      </a:lnTo>
                      <a:cubicBezTo>
                        <a:pt x="0" y="551"/>
                        <a:pt x="4821" y="0"/>
                        <a:pt x="10799" y="0"/>
                      </a:cubicBezTo>
                      <a:cubicBezTo>
                        <a:pt x="16779" y="0"/>
                        <a:pt x="21600" y="551"/>
                        <a:pt x="21600" y="1234"/>
                      </a:cubicBezTo>
                      <a:lnTo>
                        <a:pt x="21600" y="20366"/>
                      </a:lnTo>
                      <a:cubicBezTo>
                        <a:pt x="21600" y="21049"/>
                        <a:pt x="16779" y="21600"/>
                        <a:pt x="10799" y="216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36"/>
                <p:cNvSpPr/>
                <p:nvPr/>
              </p:nvSpPr>
              <p:spPr>
                <a:xfrm>
                  <a:off x="244911" y="0"/>
                  <a:ext cx="12701" cy="96411"/>
                </a:xfrm>
                <a:custGeom>
                  <a:rect b="b" l="l" r="r" t="t"/>
                  <a:pathLst>
                    <a:path extrusionOk="0" h="21600" w="21536">
                      <a:moveTo>
                        <a:pt x="10768" y="21600"/>
                      </a:moveTo>
                      <a:cubicBezTo>
                        <a:pt x="4808" y="21600"/>
                        <a:pt x="0" y="21049"/>
                        <a:pt x="0" y="20366"/>
                      </a:cubicBezTo>
                      <a:lnTo>
                        <a:pt x="0" y="1234"/>
                      </a:lnTo>
                      <a:cubicBezTo>
                        <a:pt x="0" y="551"/>
                        <a:pt x="4808" y="0"/>
                        <a:pt x="10768" y="0"/>
                      </a:cubicBezTo>
                      <a:cubicBezTo>
                        <a:pt x="16728" y="0"/>
                        <a:pt x="21536" y="551"/>
                        <a:pt x="21536" y="1234"/>
                      </a:cubicBezTo>
                      <a:lnTo>
                        <a:pt x="21536" y="20366"/>
                      </a:lnTo>
                      <a:cubicBezTo>
                        <a:pt x="21600" y="21049"/>
                        <a:pt x="16728" y="21600"/>
                        <a:pt x="10768" y="216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36"/>
                <p:cNvSpPr/>
                <p:nvPr/>
              </p:nvSpPr>
              <p:spPr>
                <a:xfrm>
                  <a:off x="326569" y="0"/>
                  <a:ext cx="12701" cy="96411"/>
                </a:xfrm>
                <a:custGeom>
                  <a:rect b="b" l="l" r="r" t="t"/>
                  <a:pathLst>
                    <a:path extrusionOk="0" h="21600" w="21600">
                      <a:moveTo>
                        <a:pt x="10800" y="21600"/>
                      </a:moveTo>
                      <a:cubicBezTo>
                        <a:pt x="4822" y="21600"/>
                        <a:pt x="0" y="21049"/>
                        <a:pt x="0" y="20366"/>
                      </a:cubicBezTo>
                      <a:lnTo>
                        <a:pt x="0" y="1234"/>
                      </a:lnTo>
                      <a:cubicBezTo>
                        <a:pt x="0" y="551"/>
                        <a:pt x="4822" y="0"/>
                        <a:pt x="10800" y="0"/>
                      </a:cubicBezTo>
                      <a:cubicBezTo>
                        <a:pt x="16778" y="0"/>
                        <a:pt x="21600" y="551"/>
                        <a:pt x="21600" y="1234"/>
                      </a:cubicBezTo>
                      <a:lnTo>
                        <a:pt x="21600" y="20366"/>
                      </a:lnTo>
                      <a:cubicBezTo>
                        <a:pt x="21600" y="21049"/>
                        <a:pt x="16778" y="21600"/>
                        <a:pt x="10800" y="216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36"/>
                <p:cNvSpPr/>
                <p:nvPr/>
              </p:nvSpPr>
              <p:spPr>
                <a:xfrm>
                  <a:off x="408195" y="0"/>
                  <a:ext cx="12701" cy="96411"/>
                </a:xfrm>
                <a:custGeom>
                  <a:rect b="b" l="l" r="r" t="t"/>
                  <a:pathLst>
                    <a:path extrusionOk="0" h="21600" w="21536">
                      <a:moveTo>
                        <a:pt x="10769" y="21600"/>
                      </a:moveTo>
                      <a:cubicBezTo>
                        <a:pt x="4807" y="21600"/>
                        <a:pt x="0" y="21049"/>
                        <a:pt x="0" y="20366"/>
                      </a:cubicBezTo>
                      <a:lnTo>
                        <a:pt x="0" y="1234"/>
                      </a:lnTo>
                      <a:cubicBezTo>
                        <a:pt x="0" y="551"/>
                        <a:pt x="4807" y="0"/>
                        <a:pt x="10769" y="0"/>
                      </a:cubicBezTo>
                      <a:cubicBezTo>
                        <a:pt x="16729" y="0"/>
                        <a:pt x="21536" y="551"/>
                        <a:pt x="21536" y="1234"/>
                      </a:cubicBezTo>
                      <a:lnTo>
                        <a:pt x="21536" y="20366"/>
                      </a:lnTo>
                      <a:cubicBezTo>
                        <a:pt x="21600" y="21049"/>
                        <a:pt x="16729" y="21600"/>
                        <a:pt x="10769" y="216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36"/>
                <p:cNvSpPr/>
                <p:nvPr/>
              </p:nvSpPr>
              <p:spPr>
                <a:xfrm>
                  <a:off x="489854" y="0"/>
                  <a:ext cx="12701" cy="96411"/>
                </a:xfrm>
                <a:custGeom>
                  <a:rect b="b" l="l" r="r" t="t"/>
                  <a:pathLst>
                    <a:path extrusionOk="0" h="21600" w="21600">
                      <a:moveTo>
                        <a:pt x="10800" y="21600"/>
                      </a:moveTo>
                      <a:cubicBezTo>
                        <a:pt x="4822" y="21600"/>
                        <a:pt x="0" y="21049"/>
                        <a:pt x="0" y="20366"/>
                      </a:cubicBezTo>
                      <a:lnTo>
                        <a:pt x="0" y="1234"/>
                      </a:lnTo>
                      <a:cubicBezTo>
                        <a:pt x="0" y="551"/>
                        <a:pt x="4822" y="0"/>
                        <a:pt x="10800" y="0"/>
                      </a:cubicBezTo>
                      <a:cubicBezTo>
                        <a:pt x="16778" y="0"/>
                        <a:pt x="21600" y="551"/>
                        <a:pt x="21600" y="1234"/>
                      </a:cubicBezTo>
                      <a:lnTo>
                        <a:pt x="21600" y="20366"/>
                      </a:lnTo>
                      <a:cubicBezTo>
                        <a:pt x="21600" y="21049"/>
                        <a:pt x="16778" y="21600"/>
                        <a:pt x="10800" y="216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36"/>
                <p:cNvSpPr/>
                <p:nvPr/>
              </p:nvSpPr>
              <p:spPr>
                <a:xfrm>
                  <a:off x="571513" y="0"/>
                  <a:ext cx="12701" cy="96411"/>
                </a:xfrm>
                <a:custGeom>
                  <a:rect b="b" l="l" r="r" t="t"/>
                  <a:pathLst>
                    <a:path extrusionOk="0" h="21600" w="21600">
                      <a:moveTo>
                        <a:pt x="10799" y="21600"/>
                      </a:moveTo>
                      <a:cubicBezTo>
                        <a:pt x="4821" y="21600"/>
                        <a:pt x="0" y="21049"/>
                        <a:pt x="0" y="20366"/>
                      </a:cubicBezTo>
                      <a:lnTo>
                        <a:pt x="0" y="1234"/>
                      </a:lnTo>
                      <a:cubicBezTo>
                        <a:pt x="0" y="551"/>
                        <a:pt x="4821" y="0"/>
                        <a:pt x="10799" y="0"/>
                      </a:cubicBezTo>
                      <a:cubicBezTo>
                        <a:pt x="16779" y="0"/>
                        <a:pt x="21600" y="551"/>
                        <a:pt x="21600" y="1234"/>
                      </a:cubicBezTo>
                      <a:lnTo>
                        <a:pt x="21600" y="20366"/>
                      </a:lnTo>
                      <a:cubicBezTo>
                        <a:pt x="21600" y="21049"/>
                        <a:pt x="16714" y="21600"/>
                        <a:pt x="10799" y="216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12" name="Google Shape;212;p36"/>
            <p:cNvSpPr/>
            <p:nvPr/>
          </p:nvSpPr>
          <p:spPr>
            <a:xfrm>
              <a:off x="17799" y="833305"/>
              <a:ext cx="698215" cy="135159"/>
            </a:xfrm>
            <a:custGeom>
              <a:rect b="b" l="l" r="r" t="t"/>
              <a:pathLst>
                <a:path extrusionOk="0" h="21600" w="21600">
                  <a:moveTo>
                    <a:pt x="21237" y="21600"/>
                  </a:moveTo>
                  <a:lnTo>
                    <a:pt x="363" y="21600"/>
                  </a:lnTo>
                  <a:cubicBezTo>
                    <a:pt x="162" y="21600"/>
                    <a:pt x="0" y="20762"/>
                    <a:pt x="0" y="19724"/>
                  </a:cubicBezTo>
                  <a:lnTo>
                    <a:pt x="0" y="1876"/>
                  </a:lnTo>
                  <a:cubicBezTo>
                    <a:pt x="0" y="838"/>
                    <a:pt x="162" y="0"/>
                    <a:pt x="363" y="0"/>
                  </a:cubicBezTo>
                  <a:lnTo>
                    <a:pt x="21237" y="0"/>
                  </a:lnTo>
                  <a:cubicBezTo>
                    <a:pt x="21438" y="0"/>
                    <a:pt x="21600" y="838"/>
                    <a:pt x="21600" y="1876"/>
                  </a:cubicBezTo>
                  <a:lnTo>
                    <a:pt x="21600" y="19724"/>
                  </a:lnTo>
                  <a:cubicBezTo>
                    <a:pt x="21600" y="20762"/>
                    <a:pt x="21437" y="21600"/>
                    <a:pt x="21237" y="216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" name="Google Shape;213;p36"/>
            <p:cNvGrpSpPr/>
            <p:nvPr/>
          </p:nvGrpSpPr>
          <p:grpSpPr>
            <a:xfrm>
              <a:off x="74816" y="852220"/>
              <a:ext cx="584183" cy="96413"/>
              <a:chOff x="0" y="0"/>
              <a:chExt cx="584181" cy="96411"/>
            </a:xfrm>
          </p:grpSpPr>
          <p:sp>
            <p:nvSpPr>
              <p:cNvPr id="214" name="Google Shape;214;p36"/>
              <p:cNvSpPr/>
              <p:nvPr/>
            </p:nvSpPr>
            <p:spPr>
              <a:xfrm>
                <a:off x="0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22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2" y="0"/>
                      <a:pt x="10800" y="0"/>
                    </a:cubicBezTo>
                    <a:cubicBezTo>
                      <a:pt x="16778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9"/>
                      <a:pt x="16778" y="21600"/>
                      <a:pt x="10800" y="2160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36"/>
              <p:cNvSpPr/>
              <p:nvPr/>
            </p:nvSpPr>
            <p:spPr>
              <a:xfrm>
                <a:off x="81625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22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2" y="0"/>
                      <a:pt x="10800" y="0"/>
                    </a:cubicBezTo>
                    <a:cubicBezTo>
                      <a:pt x="16778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9"/>
                      <a:pt x="16778" y="21600"/>
                      <a:pt x="10800" y="2160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36"/>
              <p:cNvSpPr/>
              <p:nvPr/>
            </p:nvSpPr>
            <p:spPr>
              <a:xfrm>
                <a:off x="163285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1" y="21600"/>
                    </a:moveTo>
                    <a:cubicBezTo>
                      <a:pt x="4821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1" y="0"/>
                      <a:pt x="10801" y="0"/>
                    </a:cubicBezTo>
                    <a:cubicBezTo>
                      <a:pt x="16779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9"/>
                      <a:pt x="16779" y="21600"/>
                      <a:pt x="10801" y="2160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36"/>
              <p:cNvSpPr/>
              <p:nvPr/>
            </p:nvSpPr>
            <p:spPr>
              <a:xfrm>
                <a:off x="244910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22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2" y="0"/>
                      <a:pt x="10800" y="0"/>
                    </a:cubicBezTo>
                    <a:cubicBezTo>
                      <a:pt x="16778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9"/>
                      <a:pt x="16778" y="21600"/>
                      <a:pt x="10800" y="2160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36"/>
              <p:cNvSpPr/>
              <p:nvPr/>
            </p:nvSpPr>
            <p:spPr>
              <a:xfrm>
                <a:off x="326569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799" y="21600"/>
                    </a:moveTo>
                    <a:cubicBezTo>
                      <a:pt x="4821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1" y="0"/>
                      <a:pt x="10799" y="0"/>
                    </a:cubicBezTo>
                    <a:cubicBezTo>
                      <a:pt x="16779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9"/>
                      <a:pt x="16779" y="21600"/>
                      <a:pt x="10799" y="2160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36"/>
              <p:cNvSpPr/>
              <p:nvPr/>
            </p:nvSpPr>
            <p:spPr>
              <a:xfrm>
                <a:off x="408195" y="0"/>
                <a:ext cx="12701" cy="96411"/>
              </a:xfrm>
              <a:custGeom>
                <a:rect b="b" l="l" r="r" t="t"/>
                <a:pathLst>
                  <a:path extrusionOk="0" h="21600" w="21536">
                    <a:moveTo>
                      <a:pt x="10769" y="21600"/>
                    </a:moveTo>
                    <a:cubicBezTo>
                      <a:pt x="4807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07" y="0"/>
                      <a:pt x="10769" y="0"/>
                    </a:cubicBezTo>
                    <a:cubicBezTo>
                      <a:pt x="16729" y="0"/>
                      <a:pt x="21536" y="551"/>
                      <a:pt x="21536" y="1234"/>
                    </a:cubicBezTo>
                    <a:lnTo>
                      <a:pt x="21536" y="20366"/>
                    </a:lnTo>
                    <a:cubicBezTo>
                      <a:pt x="21600" y="21049"/>
                      <a:pt x="16729" y="21600"/>
                      <a:pt x="10769" y="2160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36"/>
              <p:cNvSpPr/>
              <p:nvPr/>
            </p:nvSpPr>
            <p:spPr>
              <a:xfrm>
                <a:off x="489853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22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2" y="0"/>
                      <a:pt x="10800" y="0"/>
                    </a:cubicBezTo>
                    <a:cubicBezTo>
                      <a:pt x="16778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9"/>
                      <a:pt x="16778" y="21600"/>
                      <a:pt x="10800" y="2160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36"/>
              <p:cNvSpPr/>
              <p:nvPr/>
            </p:nvSpPr>
            <p:spPr>
              <a:xfrm>
                <a:off x="571480" y="0"/>
                <a:ext cx="12701" cy="96411"/>
              </a:xfrm>
              <a:custGeom>
                <a:rect b="b" l="l" r="r" t="t"/>
                <a:pathLst>
                  <a:path extrusionOk="0" h="21600" w="21536">
                    <a:moveTo>
                      <a:pt x="10767" y="21600"/>
                    </a:moveTo>
                    <a:cubicBezTo>
                      <a:pt x="4807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07" y="0"/>
                      <a:pt x="10767" y="0"/>
                    </a:cubicBezTo>
                    <a:cubicBezTo>
                      <a:pt x="16729" y="0"/>
                      <a:pt x="21536" y="551"/>
                      <a:pt x="21536" y="1234"/>
                    </a:cubicBezTo>
                    <a:lnTo>
                      <a:pt x="21536" y="20366"/>
                    </a:lnTo>
                    <a:cubicBezTo>
                      <a:pt x="21600" y="21049"/>
                      <a:pt x="16729" y="21600"/>
                      <a:pt x="10767" y="2160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2" name="Google Shape;222;p36"/>
            <p:cNvSpPr/>
            <p:nvPr/>
          </p:nvSpPr>
          <p:spPr>
            <a:xfrm>
              <a:off x="105326" y="698180"/>
              <a:ext cx="698215" cy="135159"/>
            </a:xfrm>
            <a:custGeom>
              <a:rect b="b" l="l" r="r" t="t"/>
              <a:pathLst>
                <a:path extrusionOk="0" h="21600" w="21600">
                  <a:moveTo>
                    <a:pt x="21236" y="21600"/>
                  </a:moveTo>
                  <a:lnTo>
                    <a:pt x="363" y="21600"/>
                  </a:lnTo>
                  <a:cubicBezTo>
                    <a:pt x="162" y="21600"/>
                    <a:pt x="0" y="20762"/>
                    <a:pt x="0" y="19724"/>
                  </a:cubicBezTo>
                  <a:lnTo>
                    <a:pt x="0" y="1876"/>
                  </a:lnTo>
                  <a:cubicBezTo>
                    <a:pt x="0" y="838"/>
                    <a:pt x="162" y="0"/>
                    <a:pt x="363" y="0"/>
                  </a:cubicBezTo>
                  <a:lnTo>
                    <a:pt x="21237" y="0"/>
                  </a:lnTo>
                  <a:cubicBezTo>
                    <a:pt x="21438" y="0"/>
                    <a:pt x="21600" y="838"/>
                    <a:pt x="21600" y="1876"/>
                  </a:cubicBezTo>
                  <a:lnTo>
                    <a:pt x="21600" y="19724"/>
                  </a:lnTo>
                  <a:cubicBezTo>
                    <a:pt x="21599" y="20757"/>
                    <a:pt x="21437" y="21600"/>
                    <a:pt x="21236" y="21600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3" name="Google Shape;223;p36"/>
            <p:cNvGrpSpPr/>
            <p:nvPr/>
          </p:nvGrpSpPr>
          <p:grpSpPr>
            <a:xfrm>
              <a:off x="162310" y="717095"/>
              <a:ext cx="584216" cy="96412"/>
              <a:chOff x="0" y="0"/>
              <a:chExt cx="584215" cy="96411"/>
            </a:xfrm>
          </p:grpSpPr>
          <p:sp>
            <p:nvSpPr>
              <p:cNvPr id="224" name="Google Shape;224;p36"/>
              <p:cNvSpPr/>
              <p:nvPr/>
            </p:nvSpPr>
            <p:spPr>
              <a:xfrm>
                <a:off x="0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22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2" y="0"/>
                      <a:pt x="10800" y="0"/>
                    </a:cubicBezTo>
                    <a:cubicBezTo>
                      <a:pt x="16778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2"/>
                      <a:pt x="16778" y="21600"/>
                      <a:pt x="10800" y="2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36"/>
              <p:cNvSpPr/>
              <p:nvPr/>
            </p:nvSpPr>
            <p:spPr>
              <a:xfrm>
                <a:off x="81659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799" y="21600"/>
                    </a:moveTo>
                    <a:cubicBezTo>
                      <a:pt x="4821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1" y="0"/>
                      <a:pt x="10799" y="0"/>
                    </a:cubicBezTo>
                    <a:cubicBezTo>
                      <a:pt x="16779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2"/>
                      <a:pt x="16779" y="21600"/>
                      <a:pt x="10799" y="2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36"/>
              <p:cNvSpPr/>
              <p:nvPr/>
            </p:nvSpPr>
            <p:spPr>
              <a:xfrm>
                <a:off x="163285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22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2" y="0"/>
                      <a:pt x="10800" y="0"/>
                    </a:cubicBezTo>
                    <a:cubicBezTo>
                      <a:pt x="16778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2"/>
                      <a:pt x="16778" y="21600"/>
                      <a:pt x="10800" y="2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36"/>
              <p:cNvSpPr/>
              <p:nvPr/>
            </p:nvSpPr>
            <p:spPr>
              <a:xfrm>
                <a:off x="244944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22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2" y="0"/>
                      <a:pt x="10800" y="0"/>
                    </a:cubicBezTo>
                    <a:cubicBezTo>
                      <a:pt x="16778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2"/>
                      <a:pt x="16778" y="21600"/>
                      <a:pt x="10800" y="2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36"/>
              <p:cNvSpPr/>
              <p:nvPr/>
            </p:nvSpPr>
            <p:spPr>
              <a:xfrm>
                <a:off x="326569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1" y="21600"/>
                    </a:moveTo>
                    <a:cubicBezTo>
                      <a:pt x="4821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1" y="0"/>
                      <a:pt x="10801" y="0"/>
                    </a:cubicBezTo>
                    <a:cubicBezTo>
                      <a:pt x="16779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2"/>
                      <a:pt x="16779" y="21600"/>
                      <a:pt x="10801" y="2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36"/>
              <p:cNvSpPr/>
              <p:nvPr/>
            </p:nvSpPr>
            <p:spPr>
              <a:xfrm>
                <a:off x="408228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22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2" y="0"/>
                      <a:pt x="10800" y="0"/>
                    </a:cubicBezTo>
                    <a:cubicBezTo>
                      <a:pt x="16778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2"/>
                      <a:pt x="16778" y="21600"/>
                      <a:pt x="10800" y="2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36"/>
              <p:cNvSpPr/>
              <p:nvPr/>
            </p:nvSpPr>
            <p:spPr>
              <a:xfrm>
                <a:off x="489855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799" y="21600"/>
                    </a:moveTo>
                    <a:cubicBezTo>
                      <a:pt x="4821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1" y="0"/>
                      <a:pt x="10799" y="0"/>
                    </a:cubicBezTo>
                    <a:cubicBezTo>
                      <a:pt x="16779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2"/>
                      <a:pt x="16779" y="21600"/>
                      <a:pt x="10799" y="2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36"/>
              <p:cNvSpPr/>
              <p:nvPr/>
            </p:nvSpPr>
            <p:spPr>
              <a:xfrm>
                <a:off x="571514" y="0"/>
                <a:ext cx="12701" cy="96411"/>
              </a:xfrm>
              <a:custGeom>
                <a:rect b="b" l="l" r="r" t="t"/>
                <a:pathLst>
                  <a:path extrusionOk="0" h="21600" w="21600">
                    <a:moveTo>
                      <a:pt x="10801" y="21600"/>
                    </a:moveTo>
                    <a:cubicBezTo>
                      <a:pt x="4821" y="21600"/>
                      <a:pt x="0" y="21049"/>
                      <a:pt x="0" y="20366"/>
                    </a:cubicBezTo>
                    <a:lnTo>
                      <a:pt x="0" y="1234"/>
                    </a:lnTo>
                    <a:cubicBezTo>
                      <a:pt x="0" y="551"/>
                      <a:pt x="4821" y="0"/>
                      <a:pt x="10801" y="0"/>
                    </a:cubicBezTo>
                    <a:cubicBezTo>
                      <a:pt x="16779" y="0"/>
                      <a:pt x="21600" y="551"/>
                      <a:pt x="21600" y="1234"/>
                    </a:cubicBezTo>
                    <a:lnTo>
                      <a:pt x="21600" y="20366"/>
                    </a:lnTo>
                    <a:cubicBezTo>
                      <a:pt x="21600" y="21042"/>
                      <a:pt x="16779" y="21600"/>
                      <a:pt x="10801" y="216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2" name="Google Shape;232;p36"/>
            <p:cNvSpPr/>
            <p:nvPr/>
          </p:nvSpPr>
          <p:spPr>
            <a:xfrm>
              <a:off x="59104" y="-1"/>
              <a:ext cx="698183" cy="6981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36"/>
            <p:cNvSpPr/>
            <p:nvPr/>
          </p:nvSpPr>
          <p:spPr>
            <a:xfrm>
              <a:off x="631404" y="342740"/>
              <a:ext cx="111458" cy="12701"/>
            </a:xfrm>
            <a:custGeom>
              <a:rect b="b" l="l" r="r" t="t"/>
              <a:pathLst>
                <a:path extrusionOk="0" h="21600" w="21600">
                  <a:moveTo>
                    <a:pt x="20533" y="21600"/>
                  </a:moveTo>
                  <a:lnTo>
                    <a:pt x="1067" y="21600"/>
                  </a:lnTo>
                  <a:cubicBezTo>
                    <a:pt x="476" y="21600"/>
                    <a:pt x="0" y="16779"/>
                    <a:pt x="0" y="10799"/>
                  </a:cubicBezTo>
                  <a:cubicBezTo>
                    <a:pt x="0" y="4821"/>
                    <a:pt x="476" y="0"/>
                    <a:pt x="1067" y="0"/>
                  </a:cubicBezTo>
                  <a:lnTo>
                    <a:pt x="20533" y="0"/>
                  </a:lnTo>
                  <a:cubicBezTo>
                    <a:pt x="21124" y="0"/>
                    <a:pt x="21600" y="4821"/>
                    <a:pt x="21600" y="10799"/>
                  </a:cubicBezTo>
                  <a:cubicBezTo>
                    <a:pt x="21600" y="16779"/>
                    <a:pt x="21124" y="21600"/>
                    <a:pt x="20533" y="21600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603278" y="430955"/>
              <a:ext cx="126472" cy="12701"/>
            </a:xfrm>
            <a:custGeom>
              <a:rect b="b" l="l" r="r" t="t"/>
              <a:pathLst>
                <a:path extrusionOk="0" h="21600" w="21600">
                  <a:moveTo>
                    <a:pt x="20654" y="21600"/>
                  </a:moveTo>
                  <a:lnTo>
                    <a:pt x="941" y="21600"/>
                  </a:lnTo>
                  <a:cubicBezTo>
                    <a:pt x="420" y="21600"/>
                    <a:pt x="0" y="16779"/>
                    <a:pt x="0" y="10799"/>
                  </a:cubicBezTo>
                  <a:cubicBezTo>
                    <a:pt x="0" y="4821"/>
                    <a:pt x="420" y="0"/>
                    <a:pt x="941" y="0"/>
                  </a:cubicBezTo>
                  <a:lnTo>
                    <a:pt x="20659" y="0"/>
                  </a:lnTo>
                  <a:cubicBezTo>
                    <a:pt x="21180" y="0"/>
                    <a:pt x="21600" y="4821"/>
                    <a:pt x="21600" y="10799"/>
                  </a:cubicBezTo>
                  <a:cubicBezTo>
                    <a:pt x="21600" y="16779"/>
                    <a:pt x="21174" y="21600"/>
                    <a:pt x="20654" y="21600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36"/>
            <p:cNvSpPr/>
            <p:nvPr/>
          </p:nvSpPr>
          <p:spPr>
            <a:xfrm>
              <a:off x="583544" y="508844"/>
              <a:ext cx="116145" cy="12701"/>
            </a:xfrm>
            <a:custGeom>
              <a:rect b="b" l="l" r="r" t="t"/>
              <a:pathLst>
                <a:path extrusionOk="0" h="21600" w="21600">
                  <a:moveTo>
                    <a:pt x="20576" y="21600"/>
                  </a:moveTo>
                  <a:lnTo>
                    <a:pt x="1024" y="21600"/>
                  </a:lnTo>
                  <a:cubicBezTo>
                    <a:pt x="457" y="21600"/>
                    <a:pt x="0" y="16779"/>
                    <a:pt x="0" y="10799"/>
                  </a:cubicBezTo>
                  <a:cubicBezTo>
                    <a:pt x="0" y="4821"/>
                    <a:pt x="457" y="0"/>
                    <a:pt x="1024" y="0"/>
                  </a:cubicBezTo>
                  <a:lnTo>
                    <a:pt x="20576" y="0"/>
                  </a:lnTo>
                  <a:cubicBezTo>
                    <a:pt x="21143" y="0"/>
                    <a:pt x="21600" y="4821"/>
                    <a:pt x="21600" y="10799"/>
                  </a:cubicBezTo>
                  <a:cubicBezTo>
                    <a:pt x="21600" y="16779"/>
                    <a:pt x="21143" y="21600"/>
                    <a:pt x="20576" y="21600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36"/>
            <p:cNvSpPr/>
            <p:nvPr/>
          </p:nvSpPr>
          <p:spPr>
            <a:xfrm>
              <a:off x="546009" y="581586"/>
              <a:ext cx="104901" cy="12701"/>
            </a:xfrm>
            <a:custGeom>
              <a:rect b="b" l="l" r="r" t="t"/>
              <a:pathLst>
                <a:path extrusionOk="0" h="21600" w="21600">
                  <a:moveTo>
                    <a:pt x="20466" y="21600"/>
                  </a:moveTo>
                  <a:lnTo>
                    <a:pt x="1134" y="21600"/>
                  </a:lnTo>
                  <a:cubicBezTo>
                    <a:pt x="506" y="21600"/>
                    <a:pt x="0" y="16779"/>
                    <a:pt x="0" y="10799"/>
                  </a:cubicBezTo>
                  <a:cubicBezTo>
                    <a:pt x="0" y="4821"/>
                    <a:pt x="506" y="0"/>
                    <a:pt x="1134" y="0"/>
                  </a:cubicBezTo>
                  <a:lnTo>
                    <a:pt x="20466" y="0"/>
                  </a:lnTo>
                  <a:cubicBezTo>
                    <a:pt x="21094" y="0"/>
                    <a:pt x="21600" y="4821"/>
                    <a:pt x="21600" y="10799"/>
                  </a:cubicBezTo>
                  <a:cubicBezTo>
                    <a:pt x="21600" y="16779"/>
                    <a:pt x="21087" y="21600"/>
                    <a:pt x="20466" y="21600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36"/>
            <p:cNvSpPr/>
            <p:nvPr/>
          </p:nvSpPr>
          <p:spPr>
            <a:xfrm>
              <a:off x="488641" y="643051"/>
              <a:ext cx="84381" cy="12701"/>
            </a:xfrm>
            <a:custGeom>
              <a:rect b="b" l="l" r="r" t="t"/>
              <a:pathLst>
                <a:path extrusionOk="0" h="21600" w="21600">
                  <a:moveTo>
                    <a:pt x="20190" y="21600"/>
                  </a:moveTo>
                  <a:lnTo>
                    <a:pt x="1410" y="21600"/>
                  </a:lnTo>
                  <a:cubicBezTo>
                    <a:pt x="629" y="21600"/>
                    <a:pt x="0" y="16779"/>
                    <a:pt x="0" y="10799"/>
                  </a:cubicBezTo>
                  <a:cubicBezTo>
                    <a:pt x="0" y="4821"/>
                    <a:pt x="629" y="0"/>
                    <a:pt x="1410" y="0"/>
                  </a:cubicBezTo>
                  <a:lnTo>
                    <a:pt x="20190" y="0"/>
                  </a:lnTo>
                  <a:cubicBezTo>
                    <a:pt x="20971" y="0"/>
                    <a:pt x="21600" y="4821"/>
                    <a:pt x="21600" y="10799"/>
                  </a:cubicBezTo>
                  <a:cubicBezTo>
                    <a:pt x="21600" y="16779"/>
                    <a:pt x="20962" y="21600"/>
                    <a:pt x="20190" y="21600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36"/>
            <p:cNvSpPr/>
            <p:nvPr/>
          </p:nvSpPr>
          <p:spPr>
            <a:xfrm>
              <a:off x="603278" y="254525"/>
              <a:ext cx="126472" cy="12701"/>
            </a:xfrm>
            <a:custGeom>
              <a:rect b="b" l="l" r="r" t="t"/>
              <a:pathLst>
                <a:path extrusionOk="0" h="21600" w="21600">
                  <a:moveTo>
                    <a:pt x="20654" y="21600"/>
                  </a:moveTo>
                  <a:lnTo>
                    <a:pt x="941" y="21600"/>
                  </a:lnTo>
                  <a:cubicBezTo>
                    <a:pt x="420" y="21600"/>
                    <a:pt x="0" y="16779"/>
                    <a:pt x="0" y="10799"/>
                  </a:cubicBezTo>
                  <a:cubicBezTo>
                    <a:pt x="0" y="4821"/>
                    <a:pt x="420" y="0"/>
                    <a:pt x="941" y="0"/>
                  </a:cubicBezTo>
                  <a:lnTo>
                    <a:pt x="20659" y="0"/>
                  </a:lnTo>
                  <a:cubicBezTo>
                    <a:pt x="21180" y="0"/>
                    <a:pt x="21600" y="4821"/>
                    <a:pt x="21600" y="10799"/>
                  </a:cubicBezTo>
                  <a:cubicBezTo>
                    <a:pt x="21600" y="16779"/>
                    <a:pt x="21174" y="21600"/>
                    <a:pt x="20654" y="21600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36"/>
            <p:cNvSpPr/>
            <p:nvPr/>
          </p:nvSpPr>
          <p:spPr>
            <a:xfrm>
              <a:off x="583544" y="176636"/>
              <a:ext cx="116145" cy="12701"/>
            </a:xfrm>
            <a:custGeom>
              <a:rect b="b" l="l" r="r" t="t"/>
              <a:pathLst>
                <a:path extrusionOk="0" h="21600" w="21600">
                  <a:moveTo>
                    <a:pt x="20576" y="21600"/>
                  </a:moveTo>
                  <a:lnTo>
                    <a:pt x="1024" y="21600"/>
                  </a:lnTo>
                  <a:cubicBezTo>
                    <a:pt x="457" y="21600"/>
                    <a:pt x="0" y="16779"/>
                    <a:pt x="0" y="10799"/>
                  </a:cubicBezTo>
                  <a:cubicBezTo>
                    <a:pt x="0" y="4821"/>
                    <a:pt x="457" y="0"/>
                    <a:pt x="1024" y="0"/>
                  </a:cubicBezTo>
                  <a:lnTo>
                    <a:pt x="20576" y="0"/>
                  </a:lnTo>
                  <a:cubicBezTo>
                    <a:pt x="21143" y="0"/>
                    <a:pt x="21600" y="4821"/>
                    <a:pt x="21600" y="10799"/>
                  </a:cubicBezTo>
                  <a:cubicBezTo>
                    <a:pt x="21600" y="16779"/>
                    <a:pt x="21143" y="21600"/>
                    <a:pt x="20576" y="21600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36"/>
            <p:cNvSpPr/>
            <p:nvPr/>
          </p:nvSpPr>
          <p:spPr>
            <a:xfrm>
              <a:off x="546009" y="103927"/>
              <a:ext cx="104901" cy="12701"/>
            </a:xfrm>
            <a:custGeom>
              <a:rect b="b" l="l" r="r" t="t"/>
              <a:pathLst>
                <a:path extrusionOk="0" h="21600" w="21600">
                  <a:moveTo>
                    <a:pt x="20466" y="21600"/>
                  </a:moveTo>
                  <a:lnTo>
                    <a:pt x="1134" y="21600"/>
                  </a:lnTo>
                  <a:cubicBezTo>
                    <a:pt x="506" y="21600"/>
                    <a:pt x="0" y="16779"/>
                    <a:pt x="0" y="10799"/>
                  </a:cubicBezTo>
                  <a:cubicBezTo>
                    <a:pt x="0" y="4821"/>
                    <a:pt x="506" y="0"/>
                    <a:pt x="1134" y="0"/>
                  </a:cubicBezTo>
                  <a:lnTo>
                    <a:pt x="20466" y="0"/>
                  </a:lnTo>
                  <a:cubicBezTo>
                    <a:pt x="21094" y="0"/>
                    <a:pt x="21600" y="4821"/>
                    <a:pt x="21600" y="10799"/>
                  </a:cubicBezTo>
                  <a:cubicBezTo>
                    <a:pt x="21600" y="16779"/>
                    <a:pt x="21087" y="21600"/>
                    <a:pt x="20466" y="21600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36"/>
            <p:cNvSpPr/>
            <p:nvPr/>
          </p:nvSpPr>
          <p:spPr>
            <a:xfrm>
              <a:off x="488641" y="42461"/>
              <a:ext cx="84381" cy="12701"/>
            </a:xfrm>
            <a:custGeom>
              <a:rect b="b" l="l" r="r" t="t"/>
              <a:pathLst>
                <a:path extrusionOk="0" h="21600" w="21600">
                  <a:moveTo>
                    <a:pt x="20190" y="21600"/>
                  </a:moveTo>
                  <a:lnTo>
                    <a:pt x="1410" y="21600"/>
                  </a:lnTo>
                  <a:cubicBezTo>
                    <a:pt x="629" y="21600"/>
                    <a:pt x="0" y="16779"/>
                    <a:pt x="0" y="10799"/>
                  </a:cubicBezTo>
                  <a:cubicBezTo>
                    <a:pt x="0" y="4821"/>
                    <a:pt x="629" y="0"/>
                    <a:pt x="1410" y="0"/>
                  </a:cubicBezTo>
                  <a:lnTo>
                    <a:pt x="20190" y="0"/>
                  </a:lnTo>
                  <a:cubicBezTo>
                    <a:pt x="20971" y="0"/>
                    <a:pt x="21600" y="4821"/>
                    <a:pt x="21600" y="10799"/>
                  </a:cubicBezTo>
                  <a:cubicBezTo>
                    <a:pt x="21600" y="16779"/>
                    <a:pt x="20962" y="21600"/>
                    <a:pt x="20190" y="21600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-1" y="-1"/>
              <a:ext cx="698183" cy="6981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93851" y="93853"/>
              <a:ext cx="510476" cy="5104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36"/>
            <p:cNvSpPr/>
            <p:nvPr/>
          </p:nvSpPr>
          <p:spPr>
            <a:xfrm>
              <a:off x="260777" y="174167"/>
              <a:ext cx="176562" cy="346731"/>
            </a:xfrm>
            <a:custGeom>
              <a:rect b="b" l="l" r="r" t="t"/>
              <a:pathLst>
                <a:path extrusionOk="0" h="21600" w="21600">
                  <a:moveTo>
                    <a:pt x="20473" y="12098"/>
                  </a:moveTo>
                  <a:cubicBezTo>
                    <a:pt x="19723" y="11504"/>
                    <a:pt x="18604" y="10997"/>
                    <a:pt x="17124" y="10578"/>
                  </a:cubicBezTo>
                  <a:cubicBezTo>
                    <a:pt x="15645" y="10160"/>
                    <a:pt x="13816" y="9774"/>
                    <a:pt x="11638" y="9425"/>
                  </a:cubicBezTo>
                  <a:cubicBezTo>
                    <a:pt x="10379" y="9220"/>
                    <a:pt x="9296" y="9026"/>
                    <a:pt x="8398" y="8841"/>
                  </a:cubicBezTo>
                  <a:cubicBezTo>
                    <a:pt x="7495" y="8655"/>
                    <a:pt x="6802" y="8430"/>
                    <a:pt x="6316" y="8169"/>
                  </a:cubicBezTo>
                  <a:cubicBezTo>
                    <a:pt x="5831" y="7905"/>
                    <a:pt x="5586" y="7560"/>
                    <a:pt x="5586" y="7129"/>
                  </a:cubicBezTo>
                  <a:cubicBezTo>
                    <a:pt x="5586" y="6590"/>
                    <a:pt x="6024" y="6186"/>
                    <a:pt x="6898" y="5916"/>
                  </a:cubicBezTo>
                  <a:cubicBezTo>
                    <a:pt x="7772" y="5647"/>
                    <a:pt x="9007" y="5512"/>
                    <a:pt x="10611" y="5512"/>
                  </a:cubicBezTo>
                  <a:cubicBezTo>
                    <a:pt x="12143" y="5512"/>
                    <a:pt x="13651" y="5612"/>
                    <a:pt x="15131" y="5812"/>
                  </a:cubicBezTo>
                  <a:cubicBezTo>
                    <a:pt x="16611" y="6012"/>
                    <a:pt x="18199" y="6306"/>
                    <a:pt x="19887" y="6692"/>
                  </a:cubicBezTo>
                  <a:lnTo>
                    <a:pt x="20445" y="3827"/>
                  </a:lnTo>
                  <a:cubicBezTo>
                    <a:pt x="19270" y="3586"/>
                    <a:pt x="17854" y="3363"/>
                    <a:pt x="16194" y="3155"/>
                  </a:cubicBezTo>
                  <a:cubicBezTo>
                    <a:pt x="15228" y="3035"/>
                    <a:pt x="14225" y="2953"/>
                    <a:pt x="13198" y="2902"/>
                  </a:cubicBezTo>
                  <a:lnTo>
                    <a:pt x="13531" y="0"/>
                  </a:lnTo>
                  <a:lnTo>
                    <a:pt x="9324" y="0"/>
                  </a:lnTo>
                  <a:lnTo>
                    <a:pt x="9653" y="2869"/>
                  </a:lnTo>
                  <a:cubicBezTo>
                    <a:pt x="7808" y="2926"/>
                    <a:pt x="6212" y="3100"/>
                    <a:pt x="4889" y="3406"/>
                  </a:cubicBezTo>
                  <a:cubicBezTo>
                    <a:pt x="3264" y="3782"/>
                    <a:pt x="2045" y="4299"/>
                    <a:pt x="1227" y="4958"/>
                  </a:cubicBezTo>
                  <a:cubicBezTo>
                    <a:pt x="409" y="5618"/>
                    <a:pt x="4" y="6370"/>
                    <a:pt x="4" y="7215"/>
                  </a:cubicBezTo>
                  <a:cubicBezTo>
                    <a:pt x="4" y="8075"/>
                    <a:pt x="377" y="8781"/>
                    <a:pt x="1119" y="9335"/>
                  </a:cubicBezTo>
                  <a:cubicBezTo>
                    <a:pt x="1865" y="9888"/>
                    <a:pt x="2871" y="10346"/>
                    <a:pt x="4147" y="10707"/>
                  </a:cubicBezTo>
                  <a:cubicBezTo>
                    <a:pt x="5422" y="11069"/>
                    <a:pt x="6858" y="11391"/>
                    <a:pt x="8462" y="11675"/>
                  </a:cubicBezTo>
                  <a:cubicBezTo>
                    <a:pt x="10066" y="11959"/>
                    <a:pt x="11381" y="12212"/>
                    <a:pt x="12412" y="12435"/>
                  </a:cubicBezTo>
                  <a:cubicBezTo>
                    <a:pt x="13443" y="12657"/>
                    <a:pt x="14209" y="12909"/>
                    <a:pt x="14710" y="13188"/>
                  </a:cubicBezTo>
                  <a:cubicBezTo>
                    <a:pt x="15211" y="13468"/>
                    <a:pt x="15460" y="13840"/>
                    <a:pt x="15460" y="14297"/>
                  </a:cubicBezTo>
                  <a:cubicBezTo>
                    <a:pt x="15460" y="14896"/>
                    <a:pt x="15015" y="15339"/>
                    <a:pt x="14129" y="15631"/>
                  </a:cubicBezTo>
                  <a:cubicBezTo>
                    <a:pt x="13242" y="15923"/>
                    <a:pt x="12067" y="16068"/>
                    <a:pt x="10607" y="16068"/>
                  </a:cubicBezTo>
                  <a:cubicBezTo>
                    <a:pt x="9432" y="16068"/>
                    <a:pt x="8273" y="16002"/>
                    <a:pt x="7130" y="15872"/>
                  </a:cubicBezTo>
                  <a:cubicBezTo>
                    <a:pt x="5983" y="15741"/>
                    <a:pt x="4869" y="15570"/>
                    <a:pt x="3782" y="15357"/>
                  </a:cubicBezTo>
                  <a:cubicBezTo>
                    <a:pt x="2695" y="15147"/>
                    <a:pt x="1648" y="14916"/>
                    <a:pt x="646" y="14669"/>
                  </a:cubicBezTo>
                  <a:lnTo>
                    <a:pt x="0" y="17642"/>
                  </a:lnTo>
                  <a:cubicBezTo>
                    <a:pt x="646" y="17804"/>
                    <a:pt x="1516" y="17969"/>
                    <a:pt x="2619" y="18141"/>
                  </a:cubicBezTo>
                  <a:cubicBezTo>
                    <a:pt x="3722" y="18312"/>
                    <a:pt x="4917" y="18457"/>
                    <a:pt x="6204" y="18578"/>
                  </a:cubicBezTo>
                  <a:cubicBezTo>
                    <a:pt x="7375" y="18688"/>
                    <a:pt x="8518" y="18745"/>
                    <a:pt x="9633" y="18753"/>
                  </a:cubicBezTo>
                  <a:lnTo>
                    <a:pt x="9320" y="21600"/>
                  </a:lnTo>
                  <a:lnTo>
                    <a:pt x="13527" y="21600"/>
                  </a:lnTo>
                  <a:lnTo>
                    <a:pt x="13202" y="18659"/>
                  </a:lnTo>
                  <a:cubicBezTo>
                    <a:pt x="14297" y="18586"/>
                    <a:pt x="15255" y="18471"/>
                    <a:pt x="16070" y="18316"/>
                  </a:cubicBezTo>
                  <a:cubicBezTo>
                    <a:pt x="17610" y="18020"/>
                    <a:pt x="18777" y="17644"/>
                    <a:pt x="19579" y="17185"/>
                  </a:cubicBezTo>
                  <a:cubicBezTo>
                    <a:pt x="20381" y="16725"/>
                    <a:pt x="20918" y="16239"/>
                    <a:pt x="21191" y="15725"/>
                  </a:cubicBezTo>
                  <a:cubicBezTo>
                    <a:pt x="21464" y="15210"/>
                    <a:pt x="21600" y="14736"/>
                    <a:pt x="21600" y="14297"/>
                  </a:cubicBezTo>
                  <a:cubicBezTo>
                    <a:pt x="21600" y="13425"/>
                    <a:pt x="21227" y="12692"/>
                    <a:pt x="20473" y="12098"/>
                  </a:cubicBez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36"/>
          <p:cNvGrpSpPr/>
          <p:nvPr/>
        </p:nvGrpSpPr>
        <p:grpSpPr>
          <a:xfrm>
            <a:off x="7613274" y="662849"/>
            <a:ext cx="547729" cy="59103"/>
            <a:chOff x="-1" y="-1"/>
            <a:chExt cx="547728" cy="59102"/>
          </a:xfrm>
        </p:grpSpPr>
        <p:sp>
          <p:nvSpPr>
            <p:cNvPr id="246" name="Google Shape;246;p36"/>
            <p:cNvSpPr/>
            <p:nvPr/>
          </p:nvSpPr>
          <p:spPr>
            <a:xfrm rot="5400000">
              <a:off x="488625" y="-1"/>
              <a:ext cx="59101" cy="59102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7" name="Google Shape;247;p36"/>
            <p:cNvSpPr/>
            <p:nvPr/>
          </p:nvSpPr>
          <p:spPr>
            <a:xfrm rot="5400000">
              <a:off x="325750" y="-1"/>
              <a:ext cx="59101" cy="59102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8" name="Google Shape;248;p36"/>
            <p:cNvSpPr/>
            <p:nvPr/>
          </p:nvSpPr>
          <p:spPr>
            <a:xfrm rot="5400000">
              <a:off x="162875" y="-1"/>
              <a:ext cx="59101" cy="59102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9" name="Google Shape;249;p36"/>
            <p:cNvSpPr/>
            <p:nvPr/>
          </p:nvSpPr>
          <p:spPr>
            <a:xfrm rot="5400000">
              <a:off x="-1" y="-1"/>
              <a:ext cx="59102" cy="59102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50" name="Google Shape;250;p36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B0F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8"/>
          <p:cNvGrpSpPr/>
          <p:nvPr/>
        </p:nvGrpSpPr>
        <p:grpSpPr>
          <a:xfrm>
            <a:off x="132948" y="288832"/>
            <a:ext cx="8878106" cy="4565832"/>
            <a:chOff x="-1" y="-1"/>
            <a:chExt cx="8878104" cy="4565830"/>
          </a:xfrm>
        </p:grpSpPr>
        <p:grpSp>
          <p:nvGrpSpPr>
            <p:cNvPr id="7" name="Google Shape;7;p18"/>
            <p:cNvGrpSpPr/>
            <p:nvPr/>
          </p:nvGrpSpPr>
          <p:grpSpPr>
            <a:xfrm>
              <a:off x="-1" y="47"/>
              <a:ext cx="3208660" cy="4565782"/>
              <a:chOff x="0" y="-1"/>
              <a:chExt cx="3208658" cy="4565780"/>
            </a:xfrm>
          </p:grpSpPr>
          <p:sp>
            <p:nvSpPr>
              <p:cNvPr id="8" name="Google Shape;8;p18"/>
              <p:cNvSpPr/>
              <p:nvPr/>
            </p:nvSpPr>
            <p:spPr>
              <a:xfrm>
                <a:off x="34815" y="42943"/>
                <a:ext cx="537861" cy="767824"/>
              </a:xfrm>
              <a:custGeom>
                <a:rect b="b" l="l" r="r" t="t"/>
                <a:pathLst>
                  <a:path extrusionOk="0" h="21600" w="21600">
                    <a:moveTo>
                      <a:pt x="14794" y="21600"/>
                    </a:moveTo>
                    <a:lnTo>
                      <a:pt x="0" y="21600"/>
                    </a:lnTo>
                    <a:lnTo>
                      <a:pt x="0" y="21203"/>
                    </a:lnTo>
                    <a:lnTo>
                      <a:pt x="14792" y="21203"/>
                    </a:lnTo>
                    <a:cubicBezTo>
                      <a:pt x="18327" y="21203"/>
                      <a:pt x="21204" y="18327"/>
                      <a:pt x="21204" y="14793"/>
                    </a:cubicBezTo>
                    <a:lnTo>
                      <a:pt x="21204" y="0"/>
                    </a:lnTo>
                    <a:lnTo>
                      <a:pt x="21600" y="0"/>
                    </a:lnTo>
                    <a:lnTo>
                      <a:pt x="21600" y="14792"/>
                    </a:lnTo>
                    <a:cubicBezTo>
                      <a:pt x="21600" y="18545"/>
                      <a:pt x="18546" y="21600"/>
                      <a:pt x="14794" y="21600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" name="Google Shape;9;p18"/>
              <p:cNvGrpSpPr/>
              <p:nvPr/>
            </p:nvGrpSpPr>
            <p:grpSpPr>
              <a:xfrm>
                <a:off x="136427" y="211383"/>
                <a:ext cx="338214" cy="386592"/>
                <a:chOff x="0" y="0"/>
                <a:chExt cx="338213" cy="386590"/>
              </a:xfrm>
            </p:grpSpPr>
            <p:sp>
              <p:nvSpPr>
                <p:cNvPr id="10" name="Google Shape;10;p18"/>
                <p:cNvSpPr/>
                <p:nvPr/>
              </p:nvSpPr>
              <p:spPr>
                <a:xfrm>
                  <a:off x="0" y="0"/>
                  <a:ext cx="338213" cy="386590"/>
                </a:xfrm>
                <a:custGeom>
                  <a:rect b="b" l="l" r="r" t="t"/>
                  <a:pathLst>
                    <a:path extrusionOk="0" h="21600" w="21600">
                      <a:moveTo>
                        <a:pt x="21290" y="21600"/>
                      </a:moveTo>
                      <a:lnTo>
                        <a:pt x="310" y="21600"/>
                      </a:lnTo>
                      <a:lnTo>
                        <a:pt x="0" y="21290"/>
                      </a:lnTo>
                      <a:lnTo>
                        <a:pt x="0" y="310"/>
                      </a:lnTo>
                      <a:lnTo>
                        <a:pt x="310" y="0"/>
                      </a:lnTo>
                      <a:lnTo>
                        <a:pt x="21290" y="0"/>
                      </a:lnTo>
                      <a:lnTo>
                        <a:pt x="21600" y="310"/>
                      </a:lnTo>
                      <a:lnTo>
                        <a:pt x="21600" y="21290"/>
                      </a:lnTo>
                      <a:lnTo>
                        <a:pt x="21290" y="21600"/>
                      </a:lnTo>
                      <a:close/>
                      <a:moveTo>
                        <a:pt x="620" y="20978"/>
                      </a:moveTo>
                      <a:lnTo>
                        <a:pt x="20978" y="20978"/>
                      </a:lnTo>
                      <a:lnTo>
                        <a:pt x="20978" y="620"/>
                      </a:lnTo>
                      <a:lnTo>
                        <a:pt x="620" y="620"/>
                      </a:lnTo>
                      <a:lnTo>
                        <a:pt x="620" y="20978"/>
                      </a:lnTo>
                      <a:close/>
                    </a:path>
                  </a:pathLst>
                </a:cu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" name="Google Shape;11;p18"/>
                <p:cNvSpPr/>
                <p:nvPr/>
              </p:nvSpPr>
              <p:spPr>
                <a:xfrm>
                  <a:off x="243630" y="5543"/>
                  <a:ext cx="12701" cy="162004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" name="Google Shape;12;p18"/>
                <p:cNvSpPr/>
                <p:nvPr/>
              </p:nvSpPr>
              <p:spPr>
                <a:xfrm>
                  <a:off x="81923" y="119857"/>
                  <a:ext cx="12701" cy="261188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" name="Google Shape;13;p18"/>
                <p:cNvSpPr/>
                <p:nvPr/>
              </p:nvSpPr>
              <p:spPr>
                <a:xfrm>
                  <a:off x="162776" y="5543"/>
                  <a:ext cx="12701" cy="261189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" name="Google Shape;14;p18"/>
                <p:cNvSpPr/>
                <p:nvPr/>
              </p:nvSpPr>
              <p:spPr>
                <a:xfrm>
                  <a:off x="191631" y="286105"/>
                  <a:ext cx="141731" cy="12701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" name="Google Shape;15;p18"/>
                <p:cNvSpPr/>
                <p:nvPr/>
              </p:nvSpPr>
              <p:spPr>
                <a:xfrm>
                  <a:off x="4850" y="87736"/>
                  <a:ext cx="60877" cy="12701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" name="Google Shape;16;p18"/>
                <p:cNvSpPr/>
                <p:nvPr/>
              </p:nvSpPr>
              <p:spPr>
                <a:xfrm>
                  <a:off x="4850" y="186921"/>
                  <a:ext cx="222585" cy="12701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" name="Google Shape;17;p18"/>
                <p:cNvSpPr/>
                <p:nvPr/>
              </p:nvSpPr>
              <p:spPr>
                <a:xfrm>
                  <a:off x="220282" y="159371"/>
                  <a:ext cx="59356" cy="67847"/>
                </a:xfrm>
                <a:custGeom>
                  <a:rect b="b" l="l" r="r" t="t"/>
                  <a:pathLst>
                    <a:path extrusionOk="0" h="21600" w="21600">
                      <a:moveTo>
                        <a:pt x="10800" y="21600"/>
                      </a:moveTo>
                      <a:cubicBezTo>
                        <a:pt x="4847" y="21600"/>
                        <a:pt x="0" y="16753"/>
                        <a:pt x="0" y="10800"/>
                      </a:cubicBezTo>
                      <a:cubicBezTo>
                        <a:pt x="0" y="4847"/>
                        <a:pt x="4847" y="0"/>
                        <a:pt x="10800" y="0"/>
                      </a:cubicBezTo>
                      <a:cubicBezTo>
                        <a:pt x="16753" y="0"/>
                        <a:pt x="21600" y="4847"/>
                        <a:pt x="21600" y="10800"/>
                      </a:cubicBezTo>
                      <a:cubicBezTo>
                        <a:pt x="21600" y="16753"/>
                        <a:pt x="16753" y="21600"/>
                        <a:pt x="10800" y="21600"/>
                      </a:cubicBezTo>
                      <a:close/>
                      <a:moveTo>
                        <a:pt x="10800" y="3530"/>
                      </a:moveTo>
                      <a:cubicBezTo>
                        <a:pt x="6791" y="3530"/>
                        <a:pt x="3545" y="6791"/>
                        <a:pt x="3545" y="10785"/>
                      </a:cubicBezTo>
                      <a:cubicBezTo>
                        <a:pt x="3545" y="14794"/>
                        <a:pt x="6806" y="18040"/>
                        <a:pt x="10800" y="18040"/>
                      </a:cubicBezTo>
                      <a:cubicBezTo>
                        <a:pt x="14809" y="18040"/>
                        <a:pt x="18055" y="14779"/>
                        <a:pt x="18055" y="10785"/>
                      </a:cubicBezTo>
                      <a:cubicBezTo>
                        <a:pt x="18055" y="6791"/>
                        <a:pt x="14794" y="3530"/>
                        <a:pt x="10800" y="3530"/>
                      </a:cubicBezTo>
                      <a:close/>
                    </a:path>
                  </a:pathLst>
                </a:cu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" name="Google Shape;18;p18"/>
                <p:cNvSpPr/>
                <p:nvPr/>
              </p:nvSpPr>
              <p:spPr>
                <a:xfrm>
                  <a:off x="58574" y="60187"/>
                  <a:ext cx="59357" cy="67846"/>
                </a:xfrm>
                <a:custGeom>
                  <a:rect b="b" l="l" r="r" t="t"/>
                  <a:pathLst>
                    <a:path extrusionOk="0" h="21600" w="21600">
                      <a:moveTo>
                        <a:pt x="10800" y="21600"/>
                      </a:moveTo>
                      <a:cubicBezTo>
                        <a:pt x="4847" y="21600"/>
                        <a:pt x="0" y="16753"/>
                        <a:pt x="0" y="10800"/>
                      </a:cubicBezTo>
                      <a:cubicBezTo>
                        <a:pt x="0" y="4847"/>
                        <a:pt x="4847" y="0"/>
                        <a:pt x="10800" y="0"/>
                      </a:cubicBezTo>
                      <a:cubicBezTo>
                        <a:pt x="16753" y="0"/>
                        <a:pt x="21600" y="4847"/>
                        <a:pt x="21600" y="10800"/>
                      </a:cubicBezTo>
                      <a:cubicBezTo>
                        <a:pt x="21600" y="16753"/>
                        <a:pt x="16753" y="21600"/>
                        <a:pt x="10800" y="21600"/>
                      </a:cubicBezTo>
                      <a:close/>
                      <a:moveTo>
                        <a:pt x="10800" y="3530"/>
                      </a:moveTo>
                      <a:cubicBezTo>
                        <a:pt x="6791" y="3530"/>
                        <a:pt x="3545" y="6791"/>
                        <a:pt x="3545" y="10785"/>
                      </a:cubicBezTo>
                      <a:cubicBezTo>
                        <a:pt x="3545" y="14794"/>
                        <a:pt x="6806" y="18040"/>
                        <a:pt x="10800" y="18040"/>
                      </a:cubicBezTo>
                      <a:cubicBezTo>
                        <a:pt x="14809" y="18040"/>
                        <a:pt x="18055" y="14779"/>
                        <a:pt x="18055" y="10785"/>
                      </a:cubicBezTo>
                      <a:cubicBezTo>
                        <a:pt x="18055" y="6791"/>
                        <a:pt x="14809" y="3530"/>
                        <a:pt x="10800" y="3530"/>
                      </a:cubicBezTo>
                      <a:close/>
                    </a:path>
                  </a:pathLst>
                </a:cu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" name="Google Shape;19;p18"/>
                <p:cNvSpPr/>
                <p:nvPr/>
              </p:nvSpPr>
              <p:spPr>
                <a:xfrm>
                  <a:off x="139428" y="258555"/>
                  <a:ext cx="59357" cy="67847"/>
                </a:xfrm>
                <a:custGeom>
                  <a:rect b="b" l="l" r="r" t="t"/>
                  <a:pathLst>
                    <a:path extrusionOk="0" h="21600" w="21600">
                      <a:moveTo>
                        <a:pt x="10800" y="21600"/>
                      </a:moveTo>
                      <a:cubicBezTo>
                        <a:pt x="4847" y="21600"/>
                        <a:pt x="0" y="16753"/>
                        <a:pt x="0" y="10800"/>
                      </a:cubicBezTo>
                      <a:cubicBezTo>
                        <a:pt x="0" y="4847"/>
                        <a:pt x="4847" y="0"/>
                        <a:pt x="10800" y="0"/>
                      </a:cubicBezTo>
                      <a:cubicBezTo>
                        <a:pt x="16753" y="0"/>
                        <a:pt x="21600" y="4847"/>
                        <a:pt x="21600" y="10800"/>
                      </a:cubicBezTo>
                      <a:cubicBezTo>
                        <a:pt x="21600" y="16753"/>
                        <a:pt x="16753" y="21600"/>
                        <a:pt x="10800" y="21600"/>
                      </a:cubicBezTo>
                      <a:close/>
                      <a:moveTo>
                        <a:pt x="10800" y="3530"/>
                      </a:moveTo>
                      <a:cubicBezTo>
                        <a:pt x="6791" y="3530"/>
                        <a:pt x="3545" y="6791"/>
                        <a:pt x="3545" y="10785"/>
                      </a:cubicBezTo>
                      <a:cubicBezTo>
                        <a:pt x="3545" y="14794"/>
                        <a:pt x="6806" y="18040"/>
                        <a:pt x="10800" y="18040"/>
                      </a:cubicBezTo>
                      <a:cubicBezTo>
                        <a:pt x="14809" y="18040"/>
                        <a:pt x="18055" y="14779"/>
                        <a:pt x="18055" y="10785"/>
                      </a:cubicBezTo>
                      <a:cubicBezTo>
                        <a:pt x="18055" y="6791"/>
                        <a:pt x="14809" y="3530"/>
                        <a:pt x="10800" y="3530"/>
                      </a:cubicBezTo>
                      <a:close/>
                    </a:path>
                  </a:pathLst>
                </a:cu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" name="Google Shape;20;p18"/>
              <p:cNvSpPr/>
              <p:nvPr/>
            </p:nvSpPr>
            <p:spPr>
              <a:xfrm>
                <a:off x="38925" y="3071525"/>
                <a:ext cx="534202" cy="1454552"/>
              </a:xfrm>
              <a:custGeom>
                <a:rect b="b" l="l" r="r" t="t"/>
                <a:pathLst>
                  <a:path extrusionOk="0" h="21600" w="21600">
                    <a:moveTo>
                      <a:pt x="21600" y="21600"/>
                    </a:moveTo>
                    <a:lnTo>
                      <a:pt x="21248" y="21600"/>
                    </a:lnTo>
                    <a:lnTo>
                      <a:pt x="21248" y="209"/>
                    </a:lnTo>
                    <a:lnTo>
                      <a:pt x="6057" y="209"/>
                    </a:lnTo>
                    <a:cubicBezTo>
                      <a:pt x="2912" y="209"/>
                      <a:pt x="352" y="1728"/>
                      <a:pt x="352" y="3593"/>
                    </a:cubicBezTo>
                    <a:lnTo>
                      <a:pt x="352" y="18173"/>
                    </a:lnTo>
                    <a:lnTo>
                      <a:pt x="0" y="18173"/>
                    </a:lnTo>
                    <a:lnTo>
                      <a:pt x="0" y="3593"/>
                    </a:lnTo>
                    <a:cubicBezTo>
                      <a:pt x="0" y="1612"/>
                      <a:pt x="2717" y="0"/>
                      <a:pt x="6057" y="0"/>
                    </a:cubicBezTo>
                    <a:lnTo>
                      <a:pt x="21424" y="0"/>
                    </a:lnTo>
                    <a:lnTo>
                      <a:pt x="21600" y="105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18"/>
              <p:cNvSpPr/>
              <p:nvPr/>
            </p:nvSpPr>
            <p:spPr>
              <a:xfrm>
                <a:off x="464507" y="3822716"/>
                <a:ext cx="12701" cy="703361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18"/>
              <p:cNvSpPr/>
              <p:nvPr/>
            </p:nvSpPr>
            <p:spPr>
              <a:xfrm>
                <a:off x="436123" y="3752896"/>
                <a:ext cx="69469" cy="79406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44"/>
                      <a:pt x="4844" y="0"/>
                      <a:pt x="10800" y="0"/>
                    </a:cubicBez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56"/>
                      <a:pt x="16756" y="21600"/>
                      <a:pt x="10800" y="21600"/>
                    </a:cubicBezTo>
                    <a:close/>
                    <a:moveTo>
                      <a:pt x="10800" y="3834"/>
                    </a:moveTo>
                    <a:cubicBezTo>
                      <a:pt x="6953" y="3834"/>
                      <a:pt x="3834" y="6966"/>
                      <a:pt x="3834" y="10800"/>
                    </a:cubicBezTo>
                    <a:cubicBezTo>
                      <a:pt x="3834" y="14634"/>
                      <a:pt x="6966" y="17766"/>
                      <a:pt x="10800" y="17766"/>
                    </a:cubicBezTo>
                    <a:cubicBezTo>
                      <a:pt x="14647" y="17766"/>
                      <a:pt x="17766" y="14634"/>
                      <a:pt x="17766" y="10800"/>
                    </a:cubicBezTo>
                    <a:cubicBezTo>
                      <a:pt x="17766" y="6966"/>
                      <a:pt x="14647" y="3834"/>
                      <a:pt x="10800" y="3834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18"/>
              <p:cNvSpPr/>
              <p:nvPr/>
            </p:nvSpPr>
            <p:spPr>
              <a:xfrm>
                <a:off x="489108" y="1528691"/>
                <a:ext cx="69468" cy="79405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44"/>
                      <a:pt x="4844" y="0"/>
                      <a:pt x="10800" y="0"/>
                    </a:cubicBez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43"/>
                      <a:pt x="16756" y="21600"/>
                      <a:pt x="10800" y="21600"/>
                    </a:cubicBezTo>
                    <a:close/>
                    <a:moveTo>
                      <a:pt x="10800" y="3822"/>
                    </a:moveTo>
                    <a:cubicBezTo>
                      <a:pt x="6953" y="3822"/>
                      <a:pt x="3834" y="6953"/>
                      <a:pt x="3834" y="10787"/>
                    </a:cubicBezTo>
                    <a:cubicBezTo>
                      <a:pt x="3834" y="14634"/>
                      <a:pt x="6966" y="17753"/>
                      <a:pt x="10800" y="17753"/>
                    </a:cubicBezTo>
                    <a:cubicBezTo>
                      <a:pt x="14647" y="17753"/>
                      <a:pt x="17766" y="14634"/>
                      <a:pt x="17766" y="10787"/>
                    </a:cubicBezTo>
                    <a:cubicBezTo>
                      <a:pt x="17766" y="6953"/>
                      <a:pt x="14647" y="3822"/>
                      <a:pt x="10800" y="3822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18"/>
              <p:cNvSpPr/>
              <p:nvPr/>
            </p:nvSpPr>
            <p:spPr>
              <a:xfrm>
                <a:off x="35966" y="1402632"/>
                <a:ext cx="461528" cy="14096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18"/>
              <p:cNvSpPr/>
              <p:nvPr/>
            </p:nvSpPr>
            <p:spPr>
              <a:xfrm>
                <a:off x="489108" y="1369977"/>
                <a:ext cx="69468" cy="79405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44"/>
                      <a:pt x="4844" y="0"/>
                      <a:pt x="10800" y="0"/>
                    </a:cubicBez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56"/>
                      <a:pt x="16756" y="21600"/>
                      <a:pt x="10800" y="21600"/>
                    </a:cubicBezTo>
                    <a:close/>
                    <a:moveTo>
                      <a:pt x="10800" y="3834"/>
                    </a:moveTo>
                    <a:cubicBezTo>
                      <a:pt x="6953" y="3834"/>
                      <a:pt x="3834" y="6966"/>
                      <a:pt x="3834" y="10800"/>
                    </a:cubicBezTo>
                    <a:cubicBezTo>
                      <a:pt x="3834" y="14634"/>
                      <a:pt x="6966" y="17766"/>
                      <a:pt x="10800" y="17766"/>
                    </a:cubicBezTo>
                    <a:cubicBezTo>
                      <a:pt x="14647" y="17766"/>
                      <a:pt x="17766" y="14634"/>
                      <a:pt x="17766" y="10800"/>
                    </a:cubicBezTo>
                    <a:cubicBezTo>
                      <a:pt x="17766" y="6966"/>
                      <a:pt x="14647" y="3834"/>
                      <a:pt x="10800" y="3834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18"/>
              <p:cNvSpPr/>
              <p:nvPr/>
            </p:nvSpPr>
            <p:spPr>
              <a:xfrm>
                <a:off x="35966" y="1243964"/>
                <a:ext cx="461528" cy="14097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8"/>
              <p:cNvSpPr/>
              <p:nvPr/>
            </p:nvSpPr>
            <p:spPr>
              <a:xfrm>
                <a:off x="489108" y="1211310"/>
                <a:ext cx="69468" cy="79405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44"/>
                      <a:pt x="4844" y="0"/>
                      <a:pt x="10800" y="0"/>
                    </a:cubicBez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56"/>
                      <a:pt x="16756" y="21600"/>
                      <a:pt x="10800" y="21600"/>
                    </a:cubicBezTo>
                    <a:close/>
                    <a:moveTo>
                      <a:pt x="10800" y="3834"/>
                    </a:moveTo>
                    <a:cubicBezTo>
                      <a:pt x="6953" y="3834"/>
                      <a:pt x="3834" y="6953"/>
                      <a:pt x="3834" y="10800"/>
                    </a:cubicBezTo>
                    <a:cubicBezTo>
                      <a:pt x="3834" y="14647"/>
                      <a:pt x="6966" y="17766"/>
                      <a:pt x="10800" y="17766"/>
                    </a:cubicBezTo>
                    <a:cubicBezTo>
                      <a:pt x="14647" y="17766"/>
                      <a:pt x="17766" y="14634"/>
                      <a:pt x="17766" y="10800"/>
                    </a:cubicBezTo>
                    <a:cubicBezTo>
                      <a:pt x="17766" y="6966"/>
                      <a:pt x="14647" y="3834"/>
                      <a:pt x="10800" y="3834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18"/>
              <p:cNvSpPr/>
              <p:nvPr/>
            </p:nvSpPr>
            <p:spPr>
              <a:xfrm>
                <a:off x="38473" y="1085297"/>
                <a:ext cx="459021" cy="14096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18"/>
              <p:cNvSpPr/>
              <p:nvPr/>
            </p:nvSpPr>
            <p:spPr>
              <a:xfrm>
                <a:off x="489108" y="1052643"/>
                <a:ext cx="69468" cy="79405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44"/>
                      <a:pt x="4844" y="0"/>
                      <a:pt x="10800" y="0"/>
                    </a:cubicBez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43"/>
                      <a:pt x="16756" y="21600"/>
                      <a:pt x="10800" y="21600"/>
                    </a:cubicBezTo>
                    <a:close/>
                    <a:moveTo>
                      <a:pt x="10800" y="3822"/>
                    </a:moveTo>
                    <a:cubicBezTo>
                      <a:pt x="6953" y="3822"/>
                      <a:pt x="3834" y="6953"/>
                      <a:pt x="3834" y="10787"/>
                    </a:cubicBezTo>
                    <a:cubicBezTo>
                      <a:pt x="3834" y="14634"/>
                      <a:pt x="6966" y="17753"/>
                      <a:pt x="10800" y="17753"/>
                    </a:cubicBezTo>
                    <a:cubicBezTo>
                      <a:pt x="14647" y="17753"/>
                      <a:pt x="17766" y="14622"/>
                      <a:pt x="17766" y="10787"/>
                    </a:cubicBezTo>
                    <a:cubicBezTo>
                      <a:pt x="17766" y="6953"/>
                      <a:pt x="14647" y="3822"/>
                      <a:pt x="10800" y="3822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8"/>
              <p:cNvSpPr/>
              <p:nvPr/>
            </p:nvSpPr>
            <p:spPr>
              <a:xfrm>
                <a:off x="38473" y="1561345"/>
                <a:ext cx="459021" cy="14097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18"/>
              <p:cNvSpPr/>
              <p:nvPr/>
            </p:nvSpPr>
            <p:spPr>
              <a:xfrm>
                <a:off x="144853" y="3164837"/>
                <a:ext cx="428891" cy="490238"/>
              </a:xfrm>
              <a:custGeom>
                <a:rect b="b" l="l" r="r" t="t"/>
                <a:pathLst>
                  <a:path extrusionOk="0" h="21600" w="21600">
                    <a:moveTo>
                      <a:pt x="21289" y="21600"/>
                    </a:moveTo>
                    <a:lnTo>
                      <a:pt x="311" y="21600"/>
                    </a:lnTo>
                    <a:lnTo>
                      <a:pt x="0" y="21289"/>
                    </a:lnTo>
                    <a:lnTo>
                      <a:pt x="0" y="311"/>
                    </a:lnTo>
                    <a:lnTo>
                      <a:pt x="311" y="0"/>
                    </a:lnTo>
                    <a:lnTo>
                      <a:pt x="21289" y="0"/>
                    </a:lnTo>
                    <a:lnTo>
                      <a:pt x="21600" y="311"/>
                    </a:lnTo>
                    <a:lnTo>
                      <a:pt x="21600" y="21289"/>
                    </a:lnTo>
                    <a:lnTo>
                      <a:pt x="21289" y="21600"/>
                    </a:lnTo>
                    <a:close/>
                    <a:moveTo>
                      <a:pt x="621" y="20979"/>
                    </a:moveTo>
                    <a:lnTo>
                      <a:pt x="20979" y="20979"/>
                    </a:lnTo>
                    <a:lnTo>
                      <a:pt x="20979" y="621"/>
                    </a:lnTo>
                    <a:lnTo>
                      <a:pt x="621" y="621"/>
                    </a:lnTo>
                    <a:lnTo>
                      <a:pt x="621" y="20979"/>
                    </a:ln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18"/>
              <p:cNvSpPr/>
              <p:nvPr/>
            </p:nvSpPr>
            <p:spPr>
              <a:xfrm>
                <a:off x="455464" y="3171885"/>
                <a:ext cx="12701" cy="205418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8"/>
              <p:cNvSpPr/>
              <p:nvPr/>
            </p:nvSpPr>
            <p:spPr>
              <a:xfrm>
                <a:off x="250432" y="3316832"/>
                <a:ext cx="12701" cy="331149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8"/>
              <p:cNvSpPr/>
              <p:nvPr/>
            </p:nvSpPr>
            <p:spPr>
              <a:xfrm>
                <a:off x="352948" y="3171885"/>
                <a:ext cx="12701" cy="331148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8"/>
              <p:cNvSpPr/>
              <p:nvPr/>
            </p:nvSpPr>
            <p:spPr>
              <a:xfrm>
                <a:off x="387866" y="3528639"/>
                <a:ext cx="179712" cy="14096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8"/>
              <p:cNvSpPr/>
              <p:nvPr/>
            </p:nvSpPr>
            <p:spPr>
              <a:xfrm>
                <a:off x="151019" y="3277130"/>
                <a:ext cx="77196" cy="14097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8"/>
              <p:cNvSpPr/>
              <p:nvPr/>
            </p:nvSpPr>
            <p:spPr>
              <a:xfrm>
                <a:off x="151019" y="3402908"/>
                <a:ext cx="282228" cy="14097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8"/>
              <p:cNvSpPr/>
              <p:nvPr/>
            </p:nvSpPr>
            <p:spPr>
              <a:xfrm>
                <a:off x="424203" y="3366918"/>
                <a:ext cx="75223" cy="86029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39" y="21600"/>
                      <a:pt x="0" y="16752"/>
                      <a:pt x="0" y="10806"/>
                    </a:cubicBezTo>
                    <a:cubicBezTo>
                      <a:pt x="0" y="4860"/>
                      <a:pt x="4851" y="0"/>
                      <a:pt x="10800" y="0"/>
                    </a:cubicBezTo>
                    <a:cubicBezTo>
                      <a:pt x="16761" y="0"/>
                      <a:pt x="21600" y="4848"/>
                      <a:pt x="21600" y="10806"/>
                    </a:cubicBezTo>
                    <a:cubicBezTo>
                      <a:pt x="21600" y="16763"/>
                      <a:pt x="16761" y="21600"/>
                      <a:pt x="10800" y="21600"/>
                    </a:cubicBezTo>
                    <a:close/>
                    <a:moveTo>
                      <a:pt x="10800" y="3539"/>
                    </a:moveTo>
                    <a:cubicBezTo>
                      <a:pt x="6799" y="3539"/>
                      <a:pt x="3541" y="6795"/>
                      <a:pt x="3541" y="10806"/>
                    </a:cubicBezTo>
                    <a:cubicBezTo>
                      <a:pt x="3541" y="14817"/>
                      <a:pt x="6799" y="18061"/>
                      <a:pt x="10800" y="18061"/>
                    </a:cubicBezTo>
                    <a:cubicBezTo>
                      <a:pt x="14801" y="18061"/>
                      <a:pt x="18059" y="14805"/>
                      <a:pt x="18059" y="10806"/>
                    </a:cubicBezTo>
                    <a:cubicBezTo>
                      <a:pt x="18059" y="6807"/>
                      <a:pt x="14801" y="3539"/>
                      <a:pt x="10800" y="3539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8"/>
              <p:cNvSpPr/>
              <p:nvPr/>
            </p:nvSpPr>
            <p:spPr>
              <a:xfrm>
                <a:off x="219171" y="3241140"/>
                <a:ext cx="75223" cy="86029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39" y="21600"/>
                      <a:pt x="0" y="16752"/>
                      <a:pt x="0" y="10806"/>
                    </a:cubicBezTo>
                    <a:cubicBezTo>
                      <a:pt x="0" y="4860"/>
                      <a:pt x="4851" y="0"/>
                      <a:pt x="10800" y="0"/>
                    </a:cubicBezTo>
                    <a:cubicBezTo>
                      <a:pt x="16761" y="0"/>
                      <a:pt x="21600" y="4848"/>
                      <a:pt x="21600" y="10806"/>
                    </a:cubicBezTo>
                    <a:cubicBezTo>
                      <a:pt x="21600" y="16763"/>
                      <a:pt x="16749" y="21600"/>
                      <a:pt x="10800" y="21600"/>
                    </a:cubicBezTo>
                    <a:close/>
                    <a:moveTo>
                      <a:pt x="10800" y="3551"/>
                    </a:moveTo>
                    <a:cubicBezTo>
                      <a:pt x="6799" y="3551"/>
                      <a:pt x="3541" y="6807"/>
                      <a:pt x="3541" y="10818"/>
                    </a:cubicBezTo>
                    <a:cubicBezTo>
                      <a:pt x="3541" y="14829"/>
                      <a:pt x="6799" y="18073"/>
                      <a:pt x="10800" y="18073"/>
                    </a:cubicBezTo>
                    <a:cubicBezTo>
                      <a:pt x="14801" y="18073"/>
                      <a:pt x="18059" y="14817"/>
                      <a:pt x="18059" y="10818"/>
                    </a:cubicBezTo>
                    <a:cubicBezTo>
                      <a:pt x="18059" y="6818"/>
                      <a:pt x="14801" y="3551"/>
                      <a:pt x="10800" y="3551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8"/>
              <p:cNvSpPr/>
              <p:nvPr/>
            </p:nvSpPr>
            <p:spPr>
              <a:xfrm>
                <a:off x="321687" y="3492695"/>
                <a:ext cx="75223" cy="86030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39" y="21600"/>
                      <a:pt x="0" y="16752"/>
                      <a:pt x="0" y="10806"/>
                    </a:cubicBezTo>
                    <a:cubicBezTo>
                      <a:pt x="0" y="4860"/>
                      <a:pt x="4851" y="0"/>
                      <a:pt x="10800" y="0"/>
                    </a:cubicBezTo>
                    <a:cubicBezTo>
                      <a:pt x="16761" y="0"/>
                      <a:pt x="21600" y="4848"/>
                      <a:pt x="21600" y="10806"/>
                    </a:cubicBezTo>
                    <a:cubicBezTo>
                      <a:pt x="21600" y="16763"/>
                      <a:pt x="16761" y="21600"/>
                      <a:pt x="10800" y="21600"/>
                    </a:cubicBezTo>
                    <a:close/>
                    <a:moveTo>
                      <a:pt x="10800" y="3539"/>
                    </a:moveTo>
                    <a:cubicBezTo>
                      <a:pt x="6799" y="3539"/>
                      <a:pt x="3541" y="6795"/>
                      <a:pt x="3541" y="10806"/>
                    </a:cubicBezTo>
                    <a:cubicBezTo>
                      <a:pt x="3541" y="14817"/>
                      <a:pt x="6799" y="18061"/>
                      <a:pt x="10800" y="18061"/>
                    </a:cubicBezTo>
                    <a:cubicBezTo>
                      <a:pt x="14801" y="18061"/>
                      <a:pt x="18059" y="14805"/>
                      <a:pt x="18059" y="10806"/>
                    </a:cubicBezTo>
                    <a:cubicBezTo>
                      <a:pt x="18059" y="6807"/>
                      <a:pt x="14801" y="3539"/>
                      <a:pt x="10800" y="3539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8"/>
              <p:cNvSpPr/>
              <p:nvPr/>
            </p:nvSpPr>
            <p:spPr>
              <a:xfrm>
                <a:off x="207826" y="4252296"/>
                <a:ext cx="75223" cy="86030"/>
              </a:xfrm>
              <a:custGeom>
                <a:rect b="b" l="l" r="r" t="t"/>
                <a:pathLst>
                  <a:path extrusionOk="0" h="21600" w="21588">
                    <a:moveTo>
                      <a:pt x="10794" y="21600"/>
                    </a:moveTo>
                    <a:cubicBezTo>
                      <a:pt x="4837" y="21600"/>
                      <a:pt x="0" y="16752"/>
                      <a:pt x="0" y="10806"/>
                    </a:cubicBezTo>
                    <a:cubicBezTo>
                      <a:pt x="0" y="4848"/>
                      <a:pt x="4848" y="0"/>
                      <a:pt x="10794" y="0"/>
                    </a:cubicBezTo>
                    <a:cubicBezTo>
                      <a:pt x="16752" y="0"/>
                      <a:pt x="21588" y="4848"/>
                      <a:pt x="21588" y="10806"/>
                    </a:cubicBezTo>
                    <a:cubicBezTo>
                      <a:pt x="21600" y="16763"/>
                      <a:pt x="16752" y="21600"/>
                      <a:pt x="10794" y="21600"/>
                    </a:cubicBezTo>
                    <a:close/>
                    <a:moveTo>
                      <a:pt x="10794" y="3539"/>
                    </a:moveTo>
                    <a:cubicBezTo>
                      <a:pt x="6795" y="3539"/>
                      <a:pt x="3539" y="6795"/>
                      <a:pt x="3539" y="10806"/>
                    </a:cubicBezTo>
                    <a:cubicBezTo>
                      <a:pt x="3539" y="14805"/>
                      <a:pt x="6795" y="18061"/>
                      <a:pt x="10794" y="18061"/>
                    </a:cubicBezTo>
                    <a:cubicBezTo>
                      <a:pt x="14793" y="18061"/>
                      <a:pt x="18049" y="14805"/>
                      <a:pt x="18049" y="10806"/>
                    </a:cubicBezTo>
                    <a:cubicBezTo>
                      <a:pt x="18061" y="6807"/>
                      <a:pt x="14805" y="3539"/>
                      <a:pt x="10794" y="3539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8"/>
              <p:cNvSpPr/>
              <p:nvPr/>
            </p:nvSpPr>
            <p:spPr>
              <a:xfrm>
                <a:off x="38925" y="4059283"/>
                <a:ext cx="413025" cy="472103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45" y="21600"/>
                      <a:pt x="0" y="16755"/>
                      <a:pt x="0" y="10800"/>
                    </a:cubicBezTo>
                    <a:cubicBezTo>
                      <a:pt x="0" y="4845"/>
                      <a:pt x="4845" y="0"/>
                      <a:pt x="10800" y="0"/>
                    </a:cubicBezTo>
                    <a:cubicBezTo>
                      <a:pt x="16755" y="0"/>
                      <a:pt x="21600" y="4845"/>
                      <a:pt x="21600" y="10800"/>
                    </a:cubicBezTo>
                    <a:cubicBezTo>
                      <a:pt x="21600" y="16755"/>
                      <a:pt x="16757" y="21600"/>
                      <a:pt x="10800" y="21600"/>
                    </a:cubicBezTo>
                    <a:close/>
                    <a:moveTo>
                      <a:pt x="10800" y="645"/>
                    </a:moveTo>
                    <a:cubicBezTo>
                      <a:pt x="5200" y="645"/>
                      <a:pt x="645" y="5200"/>
                      <a:pt x="645" y="10800"/>
                    </a:cubicBezTo>
                    <a:cubicBezTo>
                      <a:pt x="645" y="16400"/>
                      <a:pt x="5200" y="20955"/>
                      <a:pt x="10800" y="20955"/>
                    </a:cubicBezTo>
                    <a:cubicBezTo>
                      <a:pt x="16400" y="20955"/>
                      <a:pt x="20955" y="16400"/>
                      <a:pt x="20955" y="10800"/>
                    </a:cubicBezTo>
                    <a:cubicBezTo>
                      <a:pt x="20955" y="5200"/>
                      <a:pt x="16400" y="645"/>
                      <a:pt x="10800" y="645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8"/>
              <p:cNvSpPr/>
              <p:nvPr/>
            </p:nvSpPr>
            <p:spPr>
              <a:xfrm>
                <a:off x="30705" y="35895"/>
                <a:ext cx="3102649" cy="2653506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lnTo>
                      <a:pt x="21600" y="115"/>
                    </a:lnTo>
                    <a:lnTo>
                      <a:pt x="1447" y="115"/>
                    </a:lnTo>
                    <a:cubicBezTo>
                      <a:pt x="696" y="115"/>
                      <a:pt x="84" y="947"/>
                      <a:pt x="84" y="1970"/>
                    </a:cubicBezTo>
                    <a:lnTo>
                      <a:pt x="84" y="21600"/>
                    </a:lnTo>
                    <a:lnTo>
                      <a:pt x="0" y="21600"/>
                    </a:lnTo>
                    <a:lnTo>
                      <a:pt x="0" y="1970"/>
                    </a:lnTo>
                    <a:cubicBezTo>
                      <a:pt x="0" y="884"/>
                      <a:pt x="649" y="0"/>
                      <a:pt x="1447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8"/>
              <p:cNvSpPr/>
              <p:nvPr/>
            </p:nvSpPr>
            <p:spPr>
              <a:xfrm>
                <a:off x="3133394" y="-1"/>
                <a:ext cx="75264" cy="85983"/>
              </a:xfrm>
              <a:custGeom>
                <a:rect b="b" l="l" r="r" t="t"/>
                <a:pathLst>
                  <a:path extrusionOk="0" h="21600" w="21600">
                    <a:moveTo>
                      <a:pt x="10794" y="21600"/>
                    </a:moveTo>
                    <a:cubicBezTo>
                      <a:pt x="4837" y="21600"/>
                      <a:pt x="0" y="16749"/>
                      <a:pt x="0" y="10800"/>
                    </a:cubicBezTo>
                    <a:cubicBezTo>
                      <a:pt x="0" y="4839"/>
                      <a:pt x="4848" y="0"/>
                      <a:pt x="10794" y="0"/>
                    </a:cubicBezTo>
                    <a:cubicBezTo>
                      <a:pt x="16752" y="0"/>
                      <a:pt x="21600" y="4851"/>
                      <a:pt x="21600" y="10800"/>
                    </a:cubicBezTo>
                    <a:cubicBezTo>
                      <a:pt x="21588" y="16749"/>
                      <a:pt x="16740" y="21600"/>
                      <a:pt x="10794" y="21600"/>
                    </a:cubicBezTo>
                    <a:close/>
                    <a:moveTo>
                      <a:pt x="10794" y="3529"/>
                    </a:moveTo>
                    <a:cubicBezTo>
                      <a:pt x="6795" y="3529"/>
                      <a:pt x="3539" y="6787"/>
                      <a:pt x="3539" y="10788"/>
                    </a:cubicBezTo>
                    <a:cubicBezTo>
                      <a:pt x="3539" y="14790"/>
                      <a:pt x="6795" y="18047"/>
                      <a:pt x="10794" y="18047"/>
                    </a:cubicBezTo>
                    <a:cubicBezTo>
                      <a:pt x="14793" y="18047"/>
                      <a:pt x="18061" y="14790"/>
                      <a:pt x="18061" y="10788"/>
                    </a:cubicBezTo>
                    <a:cubicBezTo>
                      <a:pt x="18049" y="6787"/>
                      <a:pt x="14793" y="3529"/>
                      <a:pt x="10794" y="3529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8"/>
              <p:cNvSpPr/>
              <p:nvPr/>
            </p:nvSpPr>
            <p:spPr>
              <a:xfrm>
                <a:off x="0" y="2689447"/>
                <a:ext cx="75264" cy="85982"/>
              </a:xfrm>
              <a:custGeom>
                <a:rect b="b" l="l" r="r" t="t"/>
                <a:pathLst>
                  <a:path extrusionOk="0" h="21600" w="21600">
                    <a:moveTo>
                      <a:pt x="10794" y="21600"/>
                    </a:moveTo>
                    <a:cubicBezTo>
                      <a:pt x="4837" y="21600"/>
                      <a:pt x="0" y="16749"/>
                      <a:pt x="0" y="10800"/>
                    </a:cubicBezTo>
                    <a:cubicBezTo>
                      <a:pt x="0" y="4839"/>
                      <a:pt x="4848" y="0"/>
                      <a:pt x="10794" y="0"/>
                    </a:cubicBezTo>
                    <a:cubicBezTo>
                      <a:pt x="16752" y="0"/>
                      <a:pt x="21600" y="4851"/>
                      <a:pt x="21600" y="10800"/>
                    </a:cubicBezTo>
                    <a:cubicBezTo>
                      <a:pt x="21600" y="16749"/>
                      <a:pt x="16752" y="21600"/>
                      <a:pt x="10794" y="21600"/>
                    </a:cubicBezTo>
                    <a:close/>
                    <a:moveTo>
                      <a:pt x="10794" y="3529"/>
                    </a:moveTo>
                    <a:cubicBezTo>
                      <a:pt x="6795" y="3529"/>
                      <a:pt x="3539" y="6787"/>
                      <a:pt x="3539" y="10788"/>
                    </a:cubicBezTo>
                    <a:cubicBezTo>
                      <a:pt x="3539" y="14790"/>
                      <a:pt x="6795" y="18047"/>
                      <a:pt x="10794" y="18047"/>
                    </a:cubicBezTo>
                    <a:cubicBezTo>
                      <a:pt x="14793" y="18047"/>
                      <a:pt x="18061" y="14790"/>
                      <a:pt x="18061" y="10788"/>
                    </a:cubicBezTo>
                    <a:cubicBezTo>
                      <a:pt x="18061" y="6787"/>
                      <a:pt x="14805" y="3529"/>
                      <a:pt x="10794" y="3529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8"/>
              <p:cNvSpPr/>
              <p:nvPr/>
            </p:nvSpPr>
            <p:spPr>
              <a:xfrm>
                <a:off x="561411" y="42943"/>
                <a:ext cx="2559652" cy="4490181"/>
              </a:xfrm>
              <a:custGeom>
                <a:rect b="b" l="l" r="r" t="t"/>
                <a:pathLst>
                  <a:path extrusionOk="0" h="21600" w="21600">
                    <a:moveTo>
                      <a:pt x="21600" y="21600"/>
                    </a:moveTo>
                    <a:lnTo>
                      <a:pt x="1949" y="21600"/>
                    </a:lnTo>
                    <a:cubicBezTo>
                      <a:pt x="874" y="21600"/>
                      <a:pt x="0" y="21078"/>
                      <a:pt x="0" y="20436"/>
                    </a:cubicBezTo>
                    <a:lnTo>
                      <a:pt x="0" y="0"/>
                    </a:lnTo>
                    <a:lnTo>
                      <a:pt x="113" y="0"/>
                    </a:lnTo>
                    <a:lnTo>
                      <a:pt x="113" y="20436"/>
                    </a:lnTo>
                    <a:cubicBezTo>
                      <a:pt x="113" y="21040"/>
                      <a:pt x="937" y="21532"/>
                      <a:pt x="1949" y="21532"/>
                    </a:cubicBezTo>
                    <a:lnTo>
                      <a:pt x="21600" y="21532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8"/>
              <p:cNvSpPr/>
              <p:nvPr/>
            </p:nvSpPr>
            <p:spPr>
              <a:xfrm>
                <a:off x="3121062" y="4486374"/>
                <a:ext cx="69469" cy="79405"/>
              </a:xfrm>
              <a:custGeom>
                <a:rect b="b" l="l" r="r" t="t"/>
                <a:pathLst>
                  <a:path extrusionOk="0" h="21600" w="21600">
                    <a:moveTo>
                      <a:pt x="10800" y="21600"/>
                    </a:move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44"/>
                      <a:pt x="4844" y="0"/>
                      <a:pt x="10800" y="0"/>
                    </a:cubicBez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56"/>
                      <a:pt x="16743" y="21600"/>
                      <a:pt x="10800" y="21600"/>
                    </a:cubicBezTo>
                    <a:close/>
                    <a:moveTo>
                      <a:pt x="10800" y="3834"/>
                    </a:moveTo>
                    <a:cubicBezTo>
                      <a:pt x="6953" y="3834"/>
                      <a:pt x="3834" y="6966"/>
                      <a:pt x="3834" y="10800"/>
                    </a:cubicBezTo>
                    <a:cubicBezTo>
                      <a:pt x="3834" y="14634"/>
                      <a:pt x="6953" y="17766"/>
                      <a:pt x="10800" y="17766"/>
                    </a:cubicBezTo>
                    <a:cubicBezTo>
                      <a:pt x="14647" y="17766"/>
                      <a:pt x="17766" y="14634"/>
                      <a:pt x="17766" y="10800"/>
                    </a:cubicBezTo>
                    <a:cubicBezTo>
                      <a:pt x="17766" y="6953"/>
                      <a:pt x="14634" y="3834"/>
                      <a:pt x="10800" y="3834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8"/>
              <p:cNvSpPr/>
              <p:nvPr/>
            </p:nvSpPr>
            <p:spPr>
              <a:xfrm>
                <a:off x="233311" y="4517290"/>
                <a:ext cx="1040575" cy="14096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" name="Google Shape;49;p18"/>
            <p:cNvGrpSpPr/>
            <p:nvPr/>
          </p:nvGrpSpPr>
          <p:grpSpPr>
            <a:xfrm>
              <a:off x="5669482" y="-1"/>
              <a:ext cx="3208621" cy="4565781"/>
              <a:chOff x="-1" y="-1"/>
              <a:chExt cx="3208619" cy="4565780"/>
            </a:xfrm>
          </p:grpSpPr>
          <p:sp>
            <p:nvSpPr>
              <p:cNvPr id="50" name="Google Shape;50;p18"/>
              <p:cNvSpPr/>
              <p:nvPr/>
            </p:nvSpPr>
            <p:spPr>
              <a:xfrm>
                <a:off x="2635941" y="3755011"/>
                <a:ext cx="537861" cy="767777"/>
              </a:xfrm>
              <a:custGeom>
                <a:rect b="b" l="l" r="r" t="t"/>
                <a:pathLst>
                  <a:path extrusionOk="0" h="21600" w="21600">
                    <a:moveTo>
                      <a:pt x="6808" y="0"/>
                    </a:moveTo>
                    <a:lnTo>
                      <a:pt x="21600" y="0"/>
                    </a:lnTo>
                    <a:lnTo>
                      <a:pt x="21600" y="397"/>
                    </a:lnTo>
                    <a:lnTo>
                      <a:pt x="6808" y="397"/>
                    </a:lnTo>
                    <a:cubicBezTo>
                      <a:pt x="3273" y="397"/>
                      <a:pt x="396" y="3273"/>
                      <a:pt x="396" y="6807"/>
                    </a:cubicBezTo>
                    <a:lnTo>
                      <a:pt x="396" y="21600"/>
                    </a:lnTo>
                    <a:lnTo>
                      <a:pt x="0" y="21600"/>
                    </a:lnTo>
                    <a:lnTo>
                      <a:pt x="0" y="6807"/>
                    </a:lnTo>
                    <a:cubicBezTo>
                      <a:pt x="0" y="3055"/>
                      <a:pt x="3054" y="0"/>
                      <a:pt x="6808" y="0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" name="Google Shape;51;p18"/>
              <p:cNvGrpSpPr/>
              <p:nvPr/>
            </p:nvGrpSpPr>
            <p:grpSpPr>
              <a:xfrm>
                <a:off x="2733976" y="3967804"/>
                <a:ext cx="338215" cy="386593"/>
                <a:chOff x="-1" y="-1"/>
                <a:chExt cx="338214" cy="386591"/>
              </a:xfrm>
            </p:grpSpPr>
            <p:sp>
              <p:nvSpPr>
                <p:cNvPr id="52" name="Google Shape;52;p18"/>
                <p:cNvSpPr/>
                <p:nvPr/>
              </p:nvSpPr>
              <p:spPr>
                <a:xfrm>
                  <a:off x="-1" y="-1"/>
                  <a:ext cx="338214" cy="386591"/>
                </a:xfrm>
                <a:custGeom>
                  <a:rect b="b" l="l" r="r" t="t"/>
                  <a:pathLst>
                    <a:path extrusionOk="0" h="21600" w="21600">
                      <a:moveTo>
                        <a:pt x="310" y="0"/>
                      </a:moveTo>
                      <a:lnTo>
                        <a:pt x="21290" y="0"/>
                      </a:lnTo>
                      <a:lnTo>
                        <a:pt x="21600" y="310"/>
                      </a:lnTo>
                      <a:lnTo>
                        <a:pt x="21600" y="21290"/>
                      </a:lnTo>
                      <a:lnTo>
                        <a:pt x="21290" y="21600"/>
                      </a:lnTo>
                      <a:lnTo>
                        <a:pt x="310" y="21600"/>
                      </a:lnTo>
                      <a:lnTo>
                        <a:pt x="0" y="21290"/>
                      </a:lnTo>
                      <a:lnTo>
                        <a:pt x="0" y="310"/>
                      </a:lnTo>
                      <a:lnTo>
                        <a:pt x="310" y="0"/>
                      </a:lnTo>
                      <a:close/>
                      <a:moveTo>
                        <a:pt x="20980" y="622"/>
                      </a:moveTo>
                      <a:lnTo>
                        <a:pt x="622" y="622"/>
                      </a:lnTo>
                      <a:lnTo>
                        <a:pt x="622" y="20980"/>
                      </a:lnTo>
                      <a:lnTo>
                        <a:pt x="20980" y="20980"/>
                      </a:lnTo>
                      <a:lnTo>
                        <a:pt x="20980" y="622"/>
                      </a:lnTo>
                      <a:close/>
                    </a:path>
                  </a:pathLst>
                </a:cu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" name="Google Shape;53;p18"/>
                <p:cNvSpPr/>
                <p:nvPr/>
              </p:nvSpPr>
              <p:spPr>
                <a:xfrm>
                  <a:off x="81923" y="219089"/>
                  <a:ext cx="12701" cy="162004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4" name="Google Shape;54;p18"/>
                <p:cNvSpPr/>
                <p:nvPr/>
              </p:nvSpPr>
              <p:spPr>
                <a:xfrm>
                  <a:off x="243630" y="5544"/>
                  <a:ext cx="12701" cy="261188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" name="Google Shape;55;p18"/>
                <p:cNvSpPr/>
                <p:nvPr/>
              </p:nvSpPr>
              <p:spPr>
                <a:xfrm>
                  <a:off x="162776" y="119904"/>
                  <a:ext cx="12701" cy="261189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" name="Google Shape;56;p18"/>
                <p:cNvSpPr/>
                <p:nvPr/>
              </p:nvSpPr>
              <p:spPr>
                <a:xfrm>
                  <a:off x="4850" y="87783"/>
                  <a:ext cx="141731" cy="12701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" name="Google Shape;57;p18"/>
                <p:cNvSpPr/>
                <p:nvPr/>
              </p:nvSpPr>
              <p:spPr>
                <a:xfrm>
                  <a:off x="272485" y="286152"/>
                  <a:ext cx="60878" cy="12701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58;p18"/>
                <p:cNvSpPr/>
                <p:nvPr/>
              </p:nvSpPr>
              <p:spPr>
                <a:xfrm>
                  <a:off x="110778" y="186968"/>
                  <a:ext cx="222584" cy="12701"/>
                </a:xfrm>
                <a:prstGeom prst="rect">
                  <a:avLst/>
                </a:pr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59;p18"/>
                <p:cNvSpPr/>
                <p:nvPr/>
              </p:nvSpPr>
              <p:spPr>
                <a:xfrm>
                  <a:off x="58574" y="159371"/>
                  <a:ext cx="59357" cy="67847"/>
                </a:xfrm>
                <a:custGeom>
                  <a:rect b="b" l="l" r="r" t="t"/>
                  <a:pathLst>
                    <a:path extrusionOk="0" h="21600" w="21600">
                      <a:moveTo>
                        <a:pt x="10800" y="0"/>
                      </a:moveTo>
                      <a:cubicBezTo>
                        <a:pt x="16753" y="0"/>
                        <a:pt x="21600" y="4847"/>
                        <a:pt x="21600" y="10800"/>
                      </a:cubicBezTo>
                      <a:cubicBezTo>
                        <a:pt x="21600" y="16753"/>
                        <a:pt x="16753" y="21600"/>
                        <a:pt x="10800" y="21600"/>
                      </a:cubicBezTo>
                      <a:cubicBezTo>
                        <a:pt x="4847" y="21600"/>
                        <a:pt x="0" y="16753"/>
                        <a:pt x="0" y="10800"/>
                      </a:cubicBezTo>
                      <a:cubicBezTo>
                        <a:pt x="0" y="4847"/>
                        <a:pt x="4847" y="0"/>
                        <a:pt x="10800" y="0"/>
                      </a:cubicBezTo>
                      <a:close/>
                      <a:moveTo>
                        <a:pt x="10800" y="18070"/>
                      </a:moveTo>
                      <a:cubicBezTo>
                        <a:pt x="14809" y="18070"/>
                        <a:pt x="18055" y="14809"/>
                        <a:pt x="18055" y="10815"/>
                      </a:cubicBezTo>
                      <a:cubicBezTo>
                        <a:pt x="18055" y="6806"/>
                        <a:pt x="14794" y="3560"/>
                        <a:pt x="10800" y="3560"/>
                      </a:cubicBezTo>
                      <a:cubicBezTo>
                        <a:pt x="6806" y="3560"/>
                        <a:pt x="3545" y="6821"/>
                        <a:pt x="3545" y="10815"/>
                      </a:cubicBezTo>
                      <a:cubicBezTo>
                        <a:pt x="3545" y="14809"/>
                        <a:pt x="6806" y="18070"/>
                        <a:pt x="10800" y="18070"/>
                      </a:cubicBezTo>
                      <a:close/>
                    </a:path>
                  </a:pathLst>
                </a:cu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60;p18"/>
                <p:cNvSpPr/>
                <p:nvPr/>
              </p:nvSpPr>
              <p:spPr>
                <a:xfrm>
                  <a:off x="220282" y="258556"/>
                  <a:ext cx="59357" cy="67847"/>
                </a:xfrm>
                <a:custGeom>
                  <a:rect b="b" l="l" r="r" t="t"/>
                  <a:pathLst>
                    <a:path extrusionOk="0" h="21600" w="21600">
                      <a:moveTo>
                        <a:pt x="10800" y="0"/>
                      </a:moveTo>
                      <a:cubicBezTo>
                        <a:pt x="16753" y="0"/>
                        <a:pt x="21600" y="4847"/>
                        <a:pt x="21600" y="10800"/>
                      </a:cubicBezTo>
                      <a:cubicBezTo>
                        <a:pt x="21600" y="16753"/>
                        <a:pt x="16753" y="21600"/>
                        <a:pt x="10800" y="21600"/>
                      </a:cubicBezTo>
                      <a:cubicBezTo>
                        <a:pt x="4847" y="21600"/>
                        <a:pt x="0" y="16753"/>
                        <a:pt x="0" y="10800"/>
                      </a:cubicBezTo>
                      <a:cubicBezTo>
                        <a:pt x="0" y="4847"/>
                        <a:pt x="4847" y="0"/>
                        <a:pt x="10800" y="0"/>
                      </a:cubicBezTo>
                      <a:close/>
                      <a:moveTo>
                        <a:pt x="10800" y="18070"/>
                      </a:moveTo>
                      <a:cubicBezTo>
                        <a:pt x="14809" y="18070"/>
                        <a:pt x="18055" y="14809"/>
                        <a:pt x="18055" y="10815"/>
                      </a:cubicBezTo>
                      <a:cubicBezTo>
                        <a:pt x="18055" y="6806"/>
                        <a:pt x="14794" y="3560"/>
                        <a:pt x="10800" y="3560"/>
                      </a:cubicBezTo>
                      <a:cubicBezTo>
                        <a:pt x="6806" y="3560"/>
                        <a:pt x="3545" y="6821"/>
                        <a:pt x="3545" y="10815"/>
                      </a:cubicBezTo>
                      <a:cubicBezTo>
                        <a:pt x="3545" y="14809"/>
                        <a:pt x="6806" y="18070"/>
                        <a:pt x="10800" y="18070"/>
                      </a:cubicBezTo>
                      <a:close/>
                    </a:path>
                  </a:pathLst>
                </a:cu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61;p18"/>
                <p:cNvSpPr/>
                <p:nvPr/>
              </p:nvSpPr>
              <p:spPr>
                <a:xfrm>
                  <a:off x="139428" y="60187"/>
                  <a:ext cx="59357" cy="67846"/>
                </a:xfrm>
                <a:custGeom>
                  <a:rect b="b" l="l" r="r" t="t"/>
                  <a:pathLst>
                    <a:path extrusionOk="0" h="21600" w="21600">
                      <a:moveTo>
                        <a:pt x="10800" y="0"/>
                      </a:moveTo>
                      <a:cubicBezTo>
                        <a:pt x="16753" y="0"/>
                        <a:pt x="21600" y="4847"/>
                        <a:pt x="21600" y="10800"/>
                      </a:cubicBezTo>
                      <a:cubicBezTo>
                        <a:pt x="21600" y="16753"/>
                        <a:pt x="16753" y="21600"/>
                        <a:pt x="10800" y="21600"/>
                      </a:cubicBezTo>
                      <a:cubicBezTo>
                        <a:pt x="4847" y="21600"/>
                        <a:pt x="0" y="16753"/>
                        <a:pt x="0" y="10800"/>
                      </a:cubicBezTo>
                      <a:cubicBezTo>
                        <a:pt x="0" y="4847"/>
                        <a:pt x="4847" y="0"/>
                        <a:pt x="10800" y="0"/>
                      </a:cubicBezTo>
                      <a:close/>
                      <a:moveTo>
                        <a:pt x="10800" y="18070"/>
                      </a:moveTo>
                      <a:cubicBezTo>
                        <a:pt x="14809" y="18070"/>
                        <a:pt x="18055" y="14809"/>
                        <a:pt x="18055" y="10815"/>
                      </a:cubicBezTo>
                      <a:cubicBezTo>
                        <a:pt x="18055" y="6806"/>
                        <a:pt x="14794" y="3560"/>
                        <a:pt x="10800" y="3560"/>
                      </a:cubicBezTo>
                      <a:cubicBezTo>
                        <a:pt x="6791" y="3560"/>
                        <a:pt x="3545" y="6821"/>
                        <a:pt x="3545" y="10815"/>
                      </a:cubicBezTo>
                      <a:cubicBezTo>
                        <a:pt x="3545" y="14809"/>
                        <a:pt x="6806" y="18070"/>
                        <a:pt x="10800" y="18070"/>
                      </a:cubicBezTo>
                      <a:close/>
                    </a:path>
                  </a:pathLst>
                </a:custGeom>
                <a:solidFill>
                  <a:srgbClr val="AEB4E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2" name="Google Shape;62;p18"/>
              <p:cNvSpPr/>
              <p:nvPr/>
            </p:nvSpPr>
            <p:spPr>
              <a:xfrm>
                <a:off x="2635448" y="39701"/>
                <a:ext cx="534202" cy="1454551"/>
              </a:xfrm>
              <a:custGeom>
                <a:rect b="b" l="l" r="r" t="t"/>
                <a:pathLst>
                  <a:path extrusionOk="0" h="21600" w="21600">
                    <a:moveTo>
                      <a:pt x="2" y="0"/>
                    </a:moveTo>
                    <a:lnTo>
                      <a:pt x="354" y="0"/>
                    </a:lnTo>
                    <a:lnTo>
                      <a:pt x="354" y="21391"/>
                    </a:lnTo>
                    <a:lnTo>
                      <a:pt x="15544" y="21391"/>
                    </a:lnTo>
                    <a:cubicBezTo>
                      <a:pt x="18688" y="21391"/>
                      <a:pt x="21248" y="19872"/>
                      <a:pt x="21248" y="18007"/>
                    </a:cubicBezTo>
                    <a:lnTo>
                      <a:pt x="21248" y="3426"/>
                    </a:lnTo>
                    <a:lnTo>
                      <a:pt x="21600" y="3426"/>
                    </a:lnTo>
                    <a:lnTo>
                      <a:pt x="21600" y="18007"/>
                    </a:lnTo>
                    <a:cubicBezTo>
                      <a:pt x="21600" y="19988"/>
                      <a:pt x="18883" y="21600"/>
                      <a:pt x="15544" y="21600"/>
                    </a:cubicBezTo>
                    <a:lnTo>
                      <a:pt x="176" y="21600"/>
                    </a:lnTo>
                    <a:lnTo>
                      <a:pt x="0" y="214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8"/>
              <p:cNvSpPr/>
              <p:nvPr/>
            </p:nvSpPr>
            <p:spPr>
              <a:xfrm>
                <a:off x="2731409" y="39701"/>
                <a:ext cx="12701" cy="703361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8"/>
              <p:cNvSpPr/>
              <p:nvPr/>
            </p:nvSpPr>
            <p:spPr>
              <a:xfrm>
                <a:off x="2703025" y="733476"/>
                <a:ext cx="69468" cy="79405"/>
              </a:xfrm>
              <a:custGeom>
                <a:rect b="b" l="l" r="r" t="t"/>
                <a:pathLst>
                  <a:path extrusionOk="0" h="21600" w="21600">
                    <a:moveTo>
                      <a:pt x="10800" y="0"/>
                    </a:move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56"/>
                      <a:pt x="16756" y="21600"/>
                      <a:pt x="10800" y="21600"/>
                    </a:cubicBez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44"/>
                      <a:pt x="4844" y="0"/>
                      <a:pt x="10800" y="0"/>
                    </a:cubicBezTo>
                    <a:close/>
                    <a:moveTo>
                      <a:pt x="10800" y="17766"/>
                    </a:moveTo>
                    <a:cubicBezTo>
                      <a:pt x="14647" y="17766"/>
                      <a:pt x="17766" y="14634"/>
                      <a:pt x="17766" y="10800"/>
                    </a:cubicBezTo>
                    <a:cubicBezTo>
                      <a:pt x="17766" y="6966"/>
                      <a:pt x="14634" y="3834"/>
                      <a:pt x="10800" y="3834"/>
                    </a:cubicBezTo>
                    <a:cubicBezTo>
                      <a:pt x="6953" y="3834"/>
                      <a:pt x="3834" y="6966"/>
                      <a:pt x="3834" y="10800"/>
                    </a:cubicBezTo>
                    <a:cubicBezTo>
                      <a:pt x="3834" y="14647"/>
                      <a:pt x="6953" y="17766"/>
                      <a:pt x="10800" y="17766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8"/>
              <p:cNvSpPr/>
              <p:nvPr/>
            </p:nvSpPr>
            <p:spPr>
              <a:xfrm>
                <a:off x="2650040" y="2957682"/>
                <a:ext cx="69469" cy="79405"/>
              </a:xfrm>
              <a:custGeom>
                <a:rect b="b" l="l" r="r" t="t"/>
                <a:pathLst>
                  <a:path extrusionOk="0" h="21600" w="21600">
                    <a:moveTo>
                      <a:pt x="10800" y="0"/>
                    </a:move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56"/>
                      <a:pt x="16756" y="21600"/>
                      <a:pt x="10800" y="21600"/>
                    </a:cubicBez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57"/>
                      <a:pt x="4844" y="0"/>
                      <a:pt x="10800" y="0"/>
                    </a:cubicBezTo>
                    <a:close/>
                    <a:moveTo>
                      <a:pt x="10800" y="17778"/>
                    </a:moveTo>
                    <a:cubicBezTo>
                      <a:pt x="14647" y="17778"/>
                      <a:pt x="17766" y="14647"/>
                      <a:pt x="17766" y="10813"/>
                    </a:cubicBezTo>
                    <a:cubicBezTo>
                      <a:pt x="17766" y="6966"/>
                      <a:pt x="14634" y="3847"/>
                      <a:pt x="10800" y="3847"/>
                    </a:cubicBezTo>
                    <a:cubicBezTo>
                      <a:pt x="6953" y="3847"/>
                      <a:pt x="3834" y="6966"/>
                      <a:pt x="3834" y="10813"/>
                    </a:cubicBezTo>
                    <a:cubicBezTo>
                      <a:pt x="3834" y="14647"/>
                      <a:pt x="6966" y="17778"/>
                      <a:pt x="10800" y="17778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8"/>
              <p:cNvSpPr/>
              <p:nvPr/>
            </p:nvSpPr>
            <p:spPr>
              <a:xfrm>
                <a:off x="2711122" y="3149051"/>
                <a:ext cx="461529" cy="14096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8"/>
              <p:cNvSpPr/>
              <p:nvPr/>
            </p:nvSpPr>
            <p:spPr>
              <a:xfrm>
                <a:off x="2650040" y="3116396"/>
                <a:ext cx="69469" cy="79405"/>
              </a:xfrm>
              <a:custGeom>
                <a:rect b="b" l="l" r="r" t="t"/>
                <a:pathLst>
                  <a:path extrusionOk="0" h="21600" w="21600">
                    <a:moveTo>
                      <a:pt x="10800" y="0"/>
                    </a:move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56"/>
                      <a:pt x="16756" y="21600"/>
                      <a:pt x="10800" y="21600"/>
                    </a:cubicBez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44"/>
                      <a:pt x="4844" y="0"/>
                      <a:pt x="10800" y="0"/>
                    </a:cubicBezTo>
                    <a:close/>
                    <a:moveTo>
                      <a:pt x="10800" y="17766"/>
                    </a:moveTo>
                    <a:cubicBezTo>
                      <a:pt x="14647" y="17766"/>
                      <a:pt x="17766" y="14634"/>
                      <a:pt x="17766" y="10800"/>
                    </a:cubicBezTo>
                    <a:cubicBezTo>
                      <a:pt x="17766" y="6953"/>
                      <a:pt x="14634" y="3834"/>
                      <a:pt x="10800" y="3834"/>
                    </a:cubicBezTo>
                    <a:cubicBezTo>
                      <a:pt x="6953" y="3834"/>
                      <a:pt x="3834" y="6966"/>
                      <a:pt x="3834" y="10800"/>
                    </a:cubicBezTo>
                    <a:cubicBezTo>
                      <a:pt x="3834" y="14634"/>
                      <a:pt x="6966" y="17766"/>
                      <a:pt x="10800" y="17766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8"/>
              <p:cNvSpPr/>
              <p:nvPr/>
            </p:nvSpPr>
            <p:spPr>
              <a:xfrm>
                <a:off x="2711122" y="3307718"/>
                <a:ext cx="461529" cy="14096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8"/>
              <p:cNvSpPr/>
              <p:nvPr/>
            </p:nvSpPr>
            <p:spPr>
              <a:xfrm>
                <a:off x="2650040" y="3275063"/>
                <a:ext cx="69469" cy="79406"/>
              </a:xfrm>
              <a:custGeom>
                <a:rect b="b" l="l" r="r" t="t"/>
                <a:pathLst>
                  <a:path extrusionOk="0" h="21600" w="21600">
                    <a:moveTo>
                      <a:pt x="10800" y="0"/>
                    </a:move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56"/>
                      <a:pt x="16756" y="21600"/>
                      <a:pt x="10800" y="21600"/>
                    </a:cubicBez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44"/>
                      <a:pt x="4844" y="0"/>
                      <a:pt x="10800" y="0"/>
                    </a:cubicBezTo>
                    <a:close/>
                    <a:moveTo>
                      <a:pt x="10800" y="17766"/>
                    </a:moveTo>
                    <a:cubicBezTo>
                      <a:pt x="14647" y="17766"/>
                      <a:pt x="17766" y="14647"/>
                      <a:pt x="17766" y="10800"/>
                    </a:cubicBezTo>
                    <a:cubicBezTo>
                      <a:pt x="17766" y="6953"/>
                      <a:pt x="14634" y="3834"/>
                      <a:pt x="10800" y="3834"/>
                    </a:cubicBezTo>
                    <a:cubicBezTo>
                      <a:pt x="6953" y="3834"/>
                      <a:pt x="3834" y="6966"/>
                      <a:pt x="3834" y="10800"/>
                    </a:cubicBezTo>
                    <a:cubicBezTo>
                      <a:pt x="3834" y="14647"/>
                      <a:pt x="6966" y="17766"/>
                      <a:pt x="10800" y="17766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8"/>
              <p:cNvSpPr/>
              <p:nvPr/>
            </p:nvSpPr>
            <p:spPr>
              <a:xfrm>
                <a:off x="2711122" y="3466385"/>
                <a:ext cx="459022" cy="14096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8"/>
              <p:cNvSpPr/>
              <p:nvPr/>
            </p:nvSpPr>
            <p:spPr>
              <a:xfrm>
                <a:off x="2650040" y="3433730"/>
                <a:ext cx="69469" cy="79405"/>
              </a:xfrm>
              <a:custGeom>
                <a:rect b="b" l="l" r="r" t="t"/>
                <a:pathLst>
                  <a:path extrusionOk="0" h="21600" w="21600">
                    <a:moveTo>
                      <a:pt x="10800" y="0"/>
                    </a:move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56"/>
                      <a:pt x="16756" y="21600"/>
                      <a:pt x="10800" y="21600"/>
                    </a:cubicBez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57"/>
                      <a:pt x="4844" y="0"/>
                      <a:pt x="10800" y="0"/>
                    </a:cubicBezTo>
                    <a:close/>
                    <a:moveTo>
                      <a:pt x="10800" y="17778"/>
                    </a:moveTo>
                    <a:cubicBezTo>
                      <a:pt x="14647" y="17778"/>
                      <a:pt x="17766" y="14647"/>
                      <a:pt x="17766" y="10813"/>
                    </a:cubicBezTo>
                    <a:cubicBezTo>
                      <a:pt x="17766" y="6966"/>
                      <a:pt x="14634" y="3847"/>
                      <a:pt x="10800" y="3847"/>
                    </a:cubicBezTo>
                    <a:cubicBezTo>
                      <a:pt x="6953" y="3847"/>
                      <a:pt x="3834" y="6978"/>
                      <a:pt x="3834" y="10813"/>
                    </a:cubicBezTo>
                    <a:cubicBezTo>
                      <a:pt x="3834" y="14647"/>
                      <a:pt x="6966" y="17778"/>
                      <a:pt x="10800" y="17778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8"/>
              <p:cNvSpPr/>
              <p:nvPr/>
            </p:nvSpPr>
            <p:spPr>
              <a:xfrm>
                <a:off x="2711122" y="2990383"/>
                <a:ext cx="459022" cy="14097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8"/>
              <p:cNvSpPr/>
              <p:nvPr/>
            </p:nvSpPr>
            <p:spPr>
              <a:xfrm>
                <a:off x="2634914" y="910702"/>
                <a:ext cx="428890" cy="490239"/>
              </a:xfrm>
              <a:custGeom>
                <a:rect b="b" l="l" r="r" t="t"/>
                <a:pathLst>
                  <a:path extrusionOk="0" h="21600" w="21600">
                    <a:moveTo>
                      <a:pt x="311" y="0"/>
                    </a:moveTo>
                    <a:lnTo>
                      <a:pt x="21289" y="0"/>
                    </a:lnTo>
                    <a:lnTo>
                      <a:pt x="21600" y="311"/>
                    </a:lnTo>
                    <a:lnTo>
                      <a:pt x="21600" y="21289"/>
                    </a:lnTo>
                    <a:lnTo>
                      <a:pt x="21289" y="21600"/>
                    </a:lnTo>
                    <a:lnTo>
                      <a:pt x="311" y="21600"/>
                    </a:lnTo>
                    <a:lnTo>
                      <a:pt x="0" y="21289"/>
                    </a:lnTo>
                    <a:lnTo>
                      <a:pt x="0" y="311"/>
                    </a:lnTo>
                    <a:lnTo>
                      <a:pt x="311" y="0"/>
                    </a:lnTo>
                    <a:close/>
                    <a:moveTo>
                      <a:pt x="20977" y="621"/>
                    </a:moveTo>
                    <a:lnTo>
                      <a:pt x="619" y="621"/>
                    </a:lnTo>
                    <a:lnTo>
                      <a:pt x="619" y="20979"/>
                    </a:lnTo>
                    <a:lnTo>
                      <a:pt x="20977" y="20979"/>
                    </a:lnTo>
                    <a:lnTo>
                      <a:pt x="20977" y="621"/>
                    </a:ln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8"/>
              <p:cNvSpPr/>
              <p:nvPr/>
            </p:nvSpPr>
            <p:spPr>
              <a:xfrm>
                <a:off x="2740452" y="1188476"/>
                <a:ext cx="12701" cy="205418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8"/>
              <p:cNvSpPr/>
              <p:nvPr/>
            </p:nvSpPr>
            <p:spPr>
              <a:xfrm>
                <a:off x="2945484" y="917750"/>
                <a:ext cx="12701" cy="331149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8"/>
              <p:cNvSpPr/>
              <p:nvPr/>
            </p:nvSpPr>
            <p:spPr>
              <a:xfrm>
                <a:off x="2842968" y="1062745"/>
                <a:ext cx="12701" cy="331149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8"/>
              <p:cNvSpPr/>
              <p:nvPr/>
            </p:nvSpPr>
            <p:spPr>
              <a:xfrm>
                <a:off x="2641080" y="1023043"/>
                <a:ext cx="179712" cy="14096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8"/>
              <p:cNvSpPr/>
              <p:nvPr/>
            </p:nvSpPr>
            <p:spPr>
              <a:xfrm>
                <a:off x="2980443" y="1274551"/>
                <a:ext cx="77196" cy="14097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8"/>
              <p:cNvSpPr/>
              <p:nvPr/>
            </p:nvSpPr>
            <p:spPr>
              <a:xfrm>
                <a:off x="2775369" y="1148774"/>
                <a:ext cx="282229" cy="14096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8"/>
              <p:cNvSpPr/>
              <p:nvPr/>
            </p:nvSpPr>
            <p:spPr>
              <a:xfrm>
                <a:off x="2709191" y="1112830"/>
                <a:ext cx="75223" cy="86030"/>
              </a:xfrm>
              <a:custGeom>
                <a:rect b="b" l="l" r="r" t="t"/>
                <a:pathLst>
                  <a:path extrusionOk="0" h="21600" w="21600">
                    <a:moveTo>
                      <a:pt x="10800" y="0"/>
                    </a:moveTo>
                    <a:cubicBezTo>
                      <a:pt x="16761" y="0"/>
                      <a:pt x="21600" y="4848"/>
                      <a:pt x="21600" y="10794"/>
                    </a:cubicBezTo>
                    <a:cubicBezTo>
                      <a:pt x="21600" y="16752"/>
                      <a:pt x="16749" y="21600"/>
                      <a:pt x="10800" y="21600"/>
                    </a:cubicBezTo>
                    <a:cubicBezTo>
                      <a:pt x="4851" y="21600"/>
                      <a:pt x="0" y="16752"/>
                      <a:pt x="0" y="10794"/>
                    </a:cubicBezTo>
                    <a:cubicBezTo>
                      <a:pt x="0" y="4837"/>
                      <a:pt x="4839" y="0"/>
                      <a:pt x="10800" y="0"/>
                    </a:cubicBezTo>
                    <a:close/>
                    <a:moveTo>
                      <a:pt x="10800" y="18061"/>
                    </a:moveTo>
                    <a:cubicBezTo>
                      <a:pt x="14801" y="18061"/>
                      <a:pt x="18059" y="14805"/>
                      <a:pt x="18059" y="10794"/>
                    </a:cubicBezTo>
                    <a:cubicBezTo>
                      <a:pt x="18059" y="6795"/>
                      <a:pt x="14801" y="3539"/>
                      <a:pt x="10800" y="3539"/>
                    </a:cubicBezTo>
                    <a:cubicBezTo>
                      <a:pt x="6799" y="3539"/>
                      <a:pt x="3541" y="6795"/>
                      <a:pt x="3541" y="10794"/>
                    </a:cubicBezTo>
                    <a:cubicBezTo>
                      <a:pt x="3541" y="14805"/>
                      <a:pt x="6799" y="18061"/>
                      <a:pt x="10800" y="18061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8"/>
              <p:cNvSpPr/>
              <p:nvPr/>
            </p:nvSpPr>
            <p:spPr>
              <a:xfrm>
                <a:off x="2914222" y="1238608"/>
                <a:ext cx="75224" cy="86030"/>
              </a:xfrm>
              <a:custGeom>
                <a:rect b="b" l="l" r="r" t="t"/>
                <a:pathLst>
                  <a:path extrusionOk="0" h="21600" w="21600">
                    <a:moveTo>
                      <a:pt x="10800" y="0"/>
                    </a:moveTo>
                    <a:cubicBezTo>
                      <a:pt x="16761" y="0"/>
                      <a:pt x="21600" y="4848"/>
                      <a:pt x="21600" y="10794"/>
                    </a:cubicBezTo>
                    <a:cubicBezTo>
                      <a:pt x="21600" y="16752"/>
                      <a:pt x="16749" y="21600"/>
                      <a:pt x="10800" y="21600"/>
                    </a:cubicBezTo>
                    <a:cubicBezTo>
                      <a:pt x="4851" y="21600"/>
                      <a:pt x="0" y="16752"/>
                      <a:pt x="0" y="10794"/>
                    </a:cubicBezTo>
                    <a:cubicBezTo>
                      <a:pt x="0" y="4837"/>
                      <a:pt x="4851" y="0"/>
                      <a:pt x="10800" y="0"/>
                    </a:cubicBezTo>
                    <a:close/>
                    <a:moveTo>
                      <a:pt x="10800" y="18049"/>
                    </a:moveTo>
                    <a:cubicBezTo>
                      <a:pt x="14801" y="18049"/>
                      <a:pt x="18059" y="14793"/>
                      <a:pt x="18059" y="10782"/>
                    </a:cubicBezTo>
                    <a:cubicBezTo>
                      <a:pt x="18059" y="6783"/>
                      <a:pt x="14801" y="3527"/>
                      <a:pt x="10800" y="3527"/>
                    </a:cubicBezTo>
                    <a:cubicBezTo>
                      <a:pt x="6799" y="3527"/>
                      <a:pt x="3541" y="6783"/>
                      <a:pt x="3541" y="10782"/>
                    </a:cubicBezTo>
                    <a:cubicBezTo>
                      <a:pt x="3541" y="14793"/>
                      <a:pt x="6799" y="18049"/>
                      <a:pt x="10800" y="18049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8"/>
              <p:cNvSpPr/>
              <p:nvPr/>
            </p:nvSpPr>
            <p:spPr>
              <a:xfrm>
                <a:off x="2811707" y="987052"/>
                <a:ext cx="75223" cy="86030"/>
              </a:xfrm>
              <a:custGeom>
                <a:rect b="b" l="l" r="r" t="t"/>
                <a:pathLst>
                  <a:path extrusionOk="0" h="21600" w="21600">
                    <a:moveTo>
                      <a:pt x="10800" y="0"/>
                    </a:moveTo>
                    <a:cubicBezTo>
                      <a:pt x="16761" y="0"/>
                      <a:pt x="21600" y="4848"/>
                      <a:pt x="21600" y="10794"/>
                    </a:cubicBezTo>
                    <a:cubicBezTo>
                      <a:pt x="21600" y="16752"/>
                      <a:pt x="16749" y="21600"/>
                      <a:pt x="10800" y="21600"/>
                    </a:cubicBezTo>
                    <a:cubicBezTo>
                      <a:pt x="4839" y="21600"/>
                      <a:pt x="0" y="16752"/>
                      <a:pt x="0" y="10794"/>
                    </a:cubicBezTo>
                    <a:cubicBezTo>
                      <a:pt x="0" y="4848"/>
                      <a:pt x="4851" y="0"/>
                      <a:pt x="10800" y="0"/>
                    </a:cubicBezTo>
                    <a:close/>
                    <a:moveTo>
                      <a:pt x="10800" y="18061"/>
                    </a:moveTo>
                    <a:cubicBezTo>
                      <a:pt x="14801" y="18061"/>
                      <a:pt x="18059" y="14805"/>
                      <a:pt x="18059" y="10794"/>
                    </a:cubicBezTo>
                    <a:cubicBezTo>
                      <a:pt x="18059" y="6795"/>
                      <a:pt x="14801" y="3539"/>
                      <a:pt x="10800" y="3539"/>
                    </a:cubicBezTo>
                    <a:cubicBezTo>
                      <a:pt x="6799" y="3539"/>
                      <a:pt x="3541" y="6795"/>
                      <a:pt x="3541" y="10794"/>
                    </a:cubicBezTo>
                    <a:cubicBezTo>
                      <a:pt x="3541" y="14805"/>
                      <a:pt x="6799" y="18061"/>
                      <a:pt x="10800" y="18061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8"/>
              <p:cNvSpPr/>
              <p:nvPr/>
            </p:nvSpPr>
            <p:spPr>
              <a:xfrm>
                <a:off x="2925567" y="227452"/>
                <a:ext cx="75224" cy="86030"/>
              </a:xfrm>
              <a:custGeom>
                <a:rect b="b" l="l" r="r" t="t"/>
                <a:pathLst>
                  <a:path extrusionOk="0" h="21600" w="21588">
                    <a:moveTo>
                      <a:pt x="10794" y="0"/>
                    </a:moveTo>
                    <a:cubicBezTo>
                      <a:pt x="16751" y="0"/>
                      <a:pt x="21588" y="4848"/>
                      <a:pt x="21588" y="10794"/>
                    </a:cubicBezTo>
                    <a:cubicBezTo>
                      <a:pt x="21588" y="16752"/>
                      <a:pt x="16740" y="21600"/>
                      <a:pt x="10794" y="21600"/>
                    </a:cubicBezTo>
                    <a:cubicBezTo>
                      <a:pt x="4848" y="21600"/>
                      <a:pt x="0" y="16752"/>
                      <a:pt x="0" y="10794"/>
                    </a:cubicBezTo>
                    <a:cubicBezTo>
                      <a:pt x="-12" y="4837"/>
                      <a:pt x="4836" y="0"/>
                      <a:pt x="10794" y="0"/>
                    </a:cubicBezTo>
                    <a:close/>
                    <a:moveTo>
                      <a:pt x="10794" y="18061"/>
                    </a:moveTo>
                    <a:cubicBezTo>
                      <a:pt x="14793" y="18061"/>
                      <a:pt x="18049" y="14805"/>
                      <a:pt x="18049" y="10794"/>
                    </a:cubicBezTo>
                    <a:cubicBezTo>
                      <a:pt x="18049" y="6795"/>
                      <a:pt x="14793" y="3539"/>
                      <a:pt x="10794" y="3539"/>
                    </a:cubicBezTo>
                    <a:cubicBezTo>
                      <a:pt x="6795" y="3539"/>
                      <a:pt x="3539" y="6795"/>
                      <a:pt x="3539" y="10794"/>
                    </a:cubicBezTo>
                    <a:cubicBezTo>
                      <a:pt x="3527" y="14805"/>
                      <a:pt x="6783" y="18061"/>
                      <a:pt x="10794" y="18061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8"/>
              <p:cNvSpPr/>
              <p:nvPr/>
            </p:nvSpPr>
            <p:spPr>
              <a:xfrm>
                <a:off x="2756667" y="34392"/>
                <a:ext cx="413024" cy="472102"/>
              </a:xfrm>
              <a:custGeom>
                <a:rect b="b" l="l" r="r" t="t"/>
                <a:pathLst>
                  <a:path extrusionOk="0" h="21600" w="21600">
                    <a:moveTo>
                      <a:pt x="10800" y="0"/>
                    </a:moveTo>
                    <a:cubicBezTo>
                      <a:pt x="16755" y="0"/>
                      <a:pt x="21600" y="4845"/>
                      <a:pt x="21600" y="10800"/>
                    </a:cubicBezTo>
                    <a:cubicBezTo>
                      <a:pt x="21600" y="16755"/>
                      <a:pt x="16755" y="21600"/>
                      <a:pt x="10800" y="21600"/>
                    </a:cubicBezTo>
                    <a:cubicBezTo>
                      <a:pt x="4845" y="21600"/>
                      <a:pt x="0" y="16755"/>
                      <a:pt x="0" y="10800"/>
                    </a:cubicBezTo>
                    <a:cubicBezTo>
                      <a:pt x="0" y="4845"/>
                      <a:pt x="4843" y="0"/>
                      <a:pt x="10800" y="0"/>
                    </a:cubicBezTo>
                    <a:close/>
                    <a:moveTo>
                      <a:pt x="10800" y="20955"/>
                    </a:moveTo>
                    <a:cubicBezTo>
                      <a:pt x="16400" y="20955"/>
                      <a:pt x="20955" y="16400"/>
                      <a:pt x="20955" y="10800"/>
                    </a:cubicBezTo>
                    <a:cubicBezTo>
                      <a:pt x="20955" y="5200"/>
                      <a:pt x="16400" y="645"/>
                      <a:pt x="10800" y="645"/>
                    </a:cubicBezTo>
                    <a:cubicBezTo>
                      <a:pt x="5200" y="645"/>
                      <a:pt x="645" y="5200"/>
                      <a:pt x="645" y="10800"/>
                    </a:cubicBezTo>
                    <a:cubicBezTo>
                      <a:pt x="645" y="16400"/>
                      <a:pt x="5200" y="20955"/>
                      <a:pt x="10800" y="20955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8"/>
              <p:cNvSpPr/>
              <p:nvPr/>
            </p:nvSpPr>
            <p:spPr>
              <a:xfrm>
                <a:off x="75262" y="1876378"/>
                <a:ext cx="3102650" cy="2653506"/>
              </a:xfrm>
              <a:custGeom>
                <a:rect b="b" l="l" r="r" t="t"/>
                <a:pathLst>
                  <a:path extrusionOk="0" h="21600" w="21600">
                    <a:moveTo>
                      <a:pt x="0" y="21600"/>
                    </a:moveTo>
                    <a:lnTo>
                      <a:pt x="0" y="21485"/>
                    </a:lnTo>
                    <a:lnTo>
                      <a:pt x="20153" y="21485"/>
                    </a:lnTo>
                    <a:cubicBezTo>
                      <a:pt x="20904" y="21485"/>
                      <a:pt x="21516" y="20653"/>
                      <a:pt x="21516" y="19630"/>
                    </a:cubicBezTo>
                    <a:lnTo>
                      <a:pt x="21516" y="0"/>
                    </a:lnTo>
                    <a:lnTo>
                      <a:pt x="21600" y="0"/>
                    </a:lnTo>
                    <a:lnTo>
                      <a:pt x="21600" y="19630"/>
                    </a:lnTo>
                    <a:cubicBezTo>
                      <a:pt x="21600" y="20716"/>
                      <a:pt x="20951" y="21600"/>
                      <a:pt x="20153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8"/>
              <p:cNvSpPr/>
              <p:nvPr/>
            </p:nvSpPr>
            <p:spPr>
              <a:xfrm>
                <a:off x="-1" y="4479796"/>
                <a:ext cx="75265" cy="85983"/>
              </a:xfrm>
              <a:custGeom>
                <a:rect b="b" l="l" r="r" t="t"/>
                <a:pathLst>
                  <a:path extrusionOk="0" h="21600" w="21600">
                    <a:moveTo>
                      <a:pt x="10806" y="0"/>
                    </a:moveTo>
                    <a:cubicBezTo>
                      <a:pt x="16763" y="0"/>
                      <a:pt x="21600" y="4851"/>
                      <a:pt x="21600" y="10800"/>
                    </a:cubicBezTo>
                    <a:cubicBezTo>
                      <a:pt x="21600" y="16761"/>
                      <a:pt x="16751" y="21600"/>
                      <a:pt x="10806" y="21600"/>
                    </a:cubicBezTo>
                    <a:cubicBezTo>
                      <a:pt x="4860" y="21600"/>
                      <a:pt x="0" y="16749"/>
                      <a:pt x="0" y="10800"/>
                    </a:cubicBezTo>
                    <a:cubicBezTo>
                      <a:pt x="0" y="4851"/>
                      <a:pt x="4848" y="0"/>
                      <a:pt x="10806" y="0"/>
                    </a:cubicBezTo>
                    <a:close/>
                    <a:moveTo>
                      <a:pt x="10806" y="18071"/>
                    </a:moveTo>
                    <a:cubicBezTo>
                      <a:pt x="14805" y="18071"/>
                      <a:pt x="18061" y="14813"/>
                      <a:pt x="18061" y="10812"/>
                    </a:cubicBezTo>
                    <a:cubicBezTo>
                      <a:pt x="18061" y="6810"/>
                      <a:pt x="14805" y="3553"/>
                      <a:pt x="10806" y="3553"/>
                    </a:cubicBezTo>
                    <a:cubicBezTo>
                      <a:pt x="6807" y="3553"/>
                      <a:pt x="3539" y="6810"/>
                      <a:pt x="3539" y="10812"/>
                    </a:cubicBezTo>
                    <a:cubicBezTo>
                      <a:pt x="3539" y="14813"/>
                      <a:pt x="6795" y="18071"/>
                      <a:pt x="10806" y="18071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8"/>
              <p:cNvSpPr/>
              <p:nvPr/>
            </p:nvSpPr>
            <p:spPr>
              <a:xfrm>
                <a:off x="3133354" y="1790349"/>
                <a:ext cx="75264" cy="85982"/>
              </a:xfrm>
              <a:custGeom>
                <a:rect b="b" l="l" r="r" t="t"/>
                <a:pathLst>
                  <a:path extrusionOk="0" h="21600" w="21600">
                    <a:moveTo>
                      <a:pt x="10806" y="0"/>
                    </a:moveTo>
                    <a:cubicBezTo>
                      <a:pt x="16763" y="0"/>
                      <a:pt x="21600" y="4851"/>
                      <a:pt x="21600" y="10800"/>
                    </a:cubicBezTo>
                    <a:cubicBezTo>
                      <a:pt x="21600" y="16761"/>
                      <a:pt x="16752" y="21600"/>
                      <a:pt x="10806" y="21600"/>
                    </a:cubicBezTo>
                    <a:cubicBezTo>
                      <a:pt x="4860" y="21600"/>
                      <a:pt x="0" y="16749"/>
                      <a:pt x="0" y="10800"/>
                    </a:cubicBezTo>
                    <a:cubicBezTo>
                      <a:pt x="0" y="4851"/>
                      <a:pt x="4848" y="0"/>
                      <a:pt x="10806" y="0"/>
                    </a:cubicBezTo>
                    <a:close/>
                    <a:moveTo>
                      <a:pt x="10806" y="18071"/>
                    </a:moveTo>
                    <a:cubicBezTo>
                      <a:pt x="14805" y="18071"/>
                      <a:pt x="18061" y="14813"/>
                      <a:pt x="18061" y="10812"/>
                    </a:cubicBezTo>
                    <a:cubicBezTo>
                      <a:pt x="18061" y="6811"/>
                      <a:pt x="14805" y="3553"/>
                      <a:pt x="10806" y="3553"/>
                    </a:cubicBezTo>
                    <a:cubicBezTo>
                      <a:pt x="6807" y="3553"/>
                      <a:pt x="3539" y="6811"/>
                      <a:pt x="3539" y="10812"/>
                    </a:cubicBezTo>
                    <a:cubicBezTo>
                      <a:pt x="3539" y="14813"/>
                      <a:pt x="6795" y="18071"/>
                      <a:pt x="10806" y="18071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8"/>
              <p:cNvSpPr/>
              <p:nvPr/>
            </p:nvSpPr>
            <p:spPr>
              <a:xfrm>
                <a:off x="87595" y="32654"/>
                <a:ext cx="2559652" cy="4490134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19651" y="0"/>
                    </a:lnTo>
                    <a:cubicBezTo>
                      <a:pt x="20726" y="0"/>
                      <a:pt x="21600" y="522"/>
                      <a:pt x="21600" y="1164"/>
                    </a:cubicBezTo>
                    <a:lnTo>
                      <a:pt x="21600" y="21600"/>
                    </a:lnTo>
                    <a:lnTo>
                      <a:pt x="21487" y="21600"/>
                    </a:lnTo>
                    <a:lnTo>
                      <a:pt x="21487" y="1164"/>
                    </a:lnTo>
                    <a:cubicBezTo>
                      <a:pt x="21487" y="560"/>
                      <a:pt x="20663" y="68"/>
                      <a:pt x="19651" y="68"/>
                    </a:cubicBezTo>
                    <a:lnTo>
                      <a:pt x="0" y="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8"/>
              <p:cNvSpPr/>
              <p:nvPr/>
            </p:nvSpPr>
            <p:spPr>
              <a:xfrm>
                <a:off x="18126" y="-1"/>
                <a:ext cx="69469" cy="79406"/>
              </a:xfrm>
              <a:custGeom>
                <a:rect b="b" l="l" r="r" t="t"/>
                <a:pathLst>
                  <a:path extrusionOk="0" h="21600" w="21600">
                    <a:moveTo>
                      <a:pt x="10800" y="0"/>
                    </a:moveTo>
                    <a:cubicBezTo>
                      <a:pt x="16756" y="0"/>
                      <a:pt x="21600" y="4844"/>
                      <a:pt x="21600" y="10800"/>
                    </a:cubicBezTo>
                    <a:cubicBezTo>
                      <a:pt x="21600" y="16756"/>
                      <a:pt x="16756" y="21600"/>
                      <a:pt x="10800" y="21600"/>
                    </a:cubicBezTo>
                    <a:cubicBezTo>
                      <a:pt x="4844" y="21600"/>
                      <a:pt x="0" y="16756"/>
                      <a:pt x="0" y="10800"/>
                    </a:cubicBezTo>
                    <a:cubicBezTo>
                      <a:pt x="0" y="4844"/>
                      <a:pt x="4844" y="0"/>
                      <a:pt x="10800" y="0"/>
                    </a:cubicBezTo>
                    <a:close/>
                    <a:moveTo>
                      <a:pt x="10800" y="17766"/>
                    </a:moveTo>
                    <a:cubicBezTo>
                      <a:pt x="14647" y="17766"/>
                      <a:pt x="17766" y="14634"/>
                      <a:pt x="17766" y="10800"/>
                    </a:cubicBezTo>
                    <a:cubicBezTo>
                      <a:pt x="17766" y="6966"/>
                      <a:pt x="14647" y="3834"/>
                      <a:pt x="10800" y="3834"/>
                    </a:cubicBezTo>
                    <a:cubicBezTo>
                      <a:pt x="6953" y="3834"/>
                      <a:pt x="3834" y="6966"/>
                      <a:pt x="3834" y="10800"/>
                    </a:cubicBezTo>
                    <a:cubicBezTo>
                      <a:pt x="3834" y="14647"/>
                      <a:pt x="6953" y="17766"/>
                      <a:pt x="10800" y="17766"/>
                    </a:cubicBezTo>
                    <a:close/>
                  </a:path>
                </a:pathLst>
              </a:cu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8"/>
              <p:cNvSpPr/>
              <p:nvPr/>
            </p:nvSpPr>
            <p:spPr>
              <a:xfrm>
                <a:off x="1934772" y="34392"/>
                <a:ext cx="1040575" cy="14096"/>
              </a:xfrm>
              <a:prstGeom prst="rect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18"/>
            <p:cNvGrpSpPr/>
            <p:nvPr/>
          </p:nvGrpSpPr>
          <p:grpSpPr>
            <a:xfrm>
              <a:off x="4246637" y="39377"/>
              <a:ext cx="384853" cy="57661"/>
              <a:chOff x="0" y="0"/>
              <a:chExt cx="384852" cy="57659"/>
            </a:xfrm>
          </p:grpSpPr>
          <p:sp>
            <p:nvSpPr>
              <p:cNvPr id="92" name="Google Shape;92;p18"/>
              <p:cNvSpPr/>
              <p:nvPr/>
            </p:nvSpPr>
            <p:spPr>
              <a:xfrm rot="-5400000">
                <a:off x="721" y="-722"/>
                <a:ext cx="57659" cy="59102"/>
              </a:xfrm>
              <a:prstGeom prst="ellipse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pen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3" name="Google Shape;93;p18"/>
              <p:cNvSpPr/>
              <p:nvPr/>
            </p:nvSpPr>
            <p:spPr>
              <a:xfrm rot="-5400000">
                <a:off x="163596" y="-722"/>
                <a:ext cx="57659" cy="59102"/>
              </a:xfrm>
              <a:prstGeom prst="ellipse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pen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4" name="Google Shape;94;p18"/>
              <p:cNvSpPr/>
              <p:nvPr/>
            </p:nvSpPr>
            <p:spPr>
              <a:xfrm rot="-5400000">
                <a:off x="326471" y="-722"/>
                <a:ext cx="57659" cy="59102"/>
              </a:xfrm>
              <a:prstGeom prst="ellipse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pen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5" name="Google Shape;95;p18"/>
            <p:cNvGrpSpPr/>
            <p:nvPr/>
          </p:nvGrpSpPr>
          <p:grpSpPr>
            <a:xfrm>
              <a:off x="4257224" y="4468430"/>
              <a:ext cx="384853" cy="57661"/>
              <a:chOff x="0" y="0"/>
              <a:chExt cx="384852" cy="57659"/>
            </a:xfrm>
          </p:grpSpPr>
          <p:sp>
            <p:nvSpPr>
              <p:cNvPr id="96" name="Google Shape;96;p18"/>
              <p:cNvSpPr/>
              <p:nvPr/>
            </p:nvSpPr>
            <p:spPr>
              <a:xfrm rot="-5400000">
                <a:off x="721" y="-722"/>
                <a:ext cx="57659" cy="59102"/>
              </a:xfrm>
              <a:prstGeom prst="ellipse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pen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7" name="Google Shape;97;p18"/>
              <p:cNvSpPr/>
              <p:nvPr/>
            </p:nvSpPr>
            <p:spPr>
              <a:xfrm rot="-5400000">
                <a:off x="163596" y="-722"/>
                <a:ext cx="57659" cy="59102"/>
              </a:xfrm>
              <a:prstGeom prst="ellipse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pen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8" name="Google Shape;98;p18"/>
              <p:cNvSpPr/>
              <p:nvPr/>
            </p:nvSpPr>
            <p:spPr>
              <a:xfrm rot="-5400000">
                <a:off x="326471" y="-722"/>
                <a:ext cx="57659" cy="59102"/>
              </a:xfrm>
              <a:prstGeom prst="ellipse">
                <a:avLst/>
              </a:prstGeom>
              <a:solidFill>
                <a:srgbClr val="AEB4E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pen Sans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99" name="Google Shape;99;p18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3000"/>
              <a:buFont typeface="Krub"/>
              <a:buNone/>
              <a:defRPr b="1" i="0" sz="3000" u="none" cap="none" strike="noStrike">
                <a:solidFill>
                  <a:srgbClr val="3A19A4"/>
                </a:solidFill>
                <a:latin typeface="Krub"/>
                <a:ea typeface="Krub"/>
                <a:cs typeface="Krub"/>
                <a:sym typeface="Kru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3000"/>
              <a:buFont typeface="Krub"/>
              <a:buNone/>
              <a:defRPr b="1" i="0" sz="3000" u="none" cap="none" strike="noStrike">
                <a:solidFill>
                  <a:srgbClr val="3A19A4"/>
                </a:solidFill>
                <a:latin typeface="Krub"/>
                <a:ea typeface="Krub"/>
                <a:cs typeface="Krub"/>
                <a:sym typeface="Kru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3000"/>
              <a:buFont typeface="Krub"/>
              <a:buNone/>
              <a:defRPr b="1" i="0" sz="3000" u="none" cap="none" strike="noStrike">
                <a:solidFill>
                  <a:srgbClr val="3A19A4"/>
                </a:solidFill>
                <a:latin typeface="Krub"/>
                <a:ea typeface="Krub"/>
                <a:cs typeface="Krub"/>
                <a:sym typeface="Kru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3000"/>
              <a:buFont typeface="Krub"/>
              <a:buNone/>
              <a:defRPr b="1" i="0" sz="3000" u="none" cap="none" strike="noStrike">
                <a:solidFill>
                  <a:srgbClr val="3A19A4"/>
                </a:solidFill>
                <a:latin typeface="Krub"/>
                <a:ea typeface="Krub"/>
                <a:cs typeface="Krub"/>
                <a:sym typeface="Kru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3000"/>
              <a:buFont typeface="Krub"/>
              <a:buNone/>
              <a:defRPr b="1" i="0" sz="3000" u="none" cap="none" strike="noStrike">
                <a:solidFill>
                  <a:srgbClr val="3A19A4"/>
                </a:solidFill>
                <a:latin typeface="Krub"/>
                <a:ea typeface="Krub"/>
                <a:cs typeface="Krub"/>
                <a:sym typeface="Kru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3000"/>
              <a:buFont typeface="Krub"/>
              <a:buNone/>
              <a:defRPr b="1" i="0" sz="3000" u="none" cap="none" strike="noStrike">
                <a:solidFill>
                  <a:srgbClr val="3A19A4"/>
                </a:solidFill>
                <a:latin typeface="Krub"/>
                <a:ea typeface="Krub"/>
                <a:cs typeface="Krub"/>
                <a:sym typeface="Kru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3000"/>
              <a:buFont typeface="Krub"/>
              <a:buNone/>
              <a:defRPr b="1" i="0" sz="3000" u="none" cap="none" strike="noStrike">
                <a:solidFill>
                  <a:srgbClr val="3A19A4"/>
                </a:solidFill>
                <a:latin typeface="Krub"/>
                <a:ea typeface="Krub"/>
                <a:cs typeface="Krub"/>
                <a:sym typeface="Kru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3000"/>
              <a:buFont typeface="Krub"/>
              <a:buNone/>
              <a:defRPr b="1" i="0" sz="3000" u="none" cap="none" strike="noStrike">
                <a:solidFill>
                  <a:srgbClr val="3A19A4"/>
                </a:solidFill>
                <a:latin typeface="Krub"/>
                <a:ea typeface="Krub"/>
                <a:cs typeface="Krub"/>
                <a:sym typeface="Kru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9A4"/>
              </a:buClr>
              <a:buSzPts val="3000"/>
              <a:buFont typeface="Krub"/>
              <a:buNone/>
              <a:defRPr b="1" i="0" sz="3000" u="none" cap="none" strike="noStrike">
                <a:solidFill>
                  <a:srgbClr val="3A19A4"/>
                </a:solidFill>
                <a:latin typeface="Krub"/>
                <a:ea typeface="Krub"/>
                <a:cs typeface="Krub"/>
                <a:sym typeface="Krub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200"/>
              <a:buFont typeface="Helvetica Neue"/>
              <a:buChar char="●"/>
              <a:defRPr b="0" i="0" sz="12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200"/>
              <a:buFont typeface="Helvetica Neue"/>
              <a:buChar char="○"/>
              <a:defRPr b="0" i="0" sz="12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200"/>
              <a:buFont typeface="Helvetica Neue"/>
              <a:buChar char="■"/>
              <a:defRPr b="0" i="0" sz="12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200"/>
              <a:buFont typeface="Helvetica Neue"/>
              <a:buChar char="●"/>
              <a:defRPr b="0" i="0" sz="12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200"/>
              <a:buFont typeface="Helvetica Neue"/>
              <a:buChar char="○"/>
              <a:defRPr b="0" i="0" sz="12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200"/>
              <a:buFont typeface="Helvetica Neue"/>
              <a:buChar char="■"/>
              <a:defRPr b="0" i="0" sz="12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200"/>
              <a:buFont typeface="Helvetica Neue"/>
              <a:buChar char="●"/>
              <a:defRPr b="0" i="0" sz="12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200"/>
              <a:buFont typeface="Helvetica Neue"/>
              <a:buChar char="○"/>
              <a:defRPr b="0" i="0" sz="12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067A"/>
              </a:buClr>
              <a:buSzPts val="1200"/>
              <a:buFont typeface="Helvetica Neue"/>
              <a:buChar char="■"/>
              <a:defRPr b="0" i="0" sz="1200" u="none" cap="none" strike="noStrike">
                <a:solidFill>
                  <a:srgbClr val="4C067A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"/>
          <p:cNvSpPr txBox="1"/>
          <p:nvPr>
            <p:ph idx="4294967295" type="ctrTitle"/>
          </p:nvPr>
        </p:nvSpPr>
        <p:spPr>
          <a:xfrm>
            <a:off x="1108349" y="1855150"/>
            <a:ext cx="4113600" cy="26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4"/>
                </a:solidFill>
                <a:latin typeface="Krub"/>
                <a:ea typeface="Krub"/>
                <a:cs typeface="Krub"/>
                <a:sym typeface="Krub"/>
              </a:rPr>
              <a:t>HustlerCore</a:t>
            </a:r>
            <a:r>
              <a:rPr lang="en-US" sz="3200">
                <a:solidFill>
                  <a:schemeClr val="dk1"/>
                </a:solidFill>
                <a:latin typeface="Krub"/>
                <a:ea typeface="Krub"/>
                <a:cs typeface="Krub"/>
                <a:sym typeface="Krub"/>
              </a:rPr>
              <a:t>: AI-Powered Income Protection for India's Delivery Partners</a:t>
            </a:r>
            <a:endParaRPr sz="3200">
              <a:solidFill>
                <a:schemeClr val="dk1"/>
              </a:solidFill>
              <a:latin typeface="Krub"/>
              <a:ea typeface="Krub"/>
              <a:cs typeface="Krub"/>
              <a:sym typeface="Krub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4277"/>
              <a:buFont typeface="Krub"/>
              <a:buNone/>
            </a:pPr>
            <a:r>
              <a:t/>
            </a:r>
            <a:endParaRPr sz="4277">
              <a:solidFill>
                <a:schemeClr val="dk1"/>
              </a:solidFill>
            </a:endParaRPr>
          </a:p>
        </p:txBody>
      </p:sp>
      <p:sp>
        <p:nvSpPr>
          <p:cNvPr id="256" name="Google Shape;256;p1"/>
          <p:cNvSpPr txBox="1"/>
          <p:nvPr>
            <p:ph idx="4294967295" type="subTitle"/>
          </p:nvPr>
        </p:nvSpPr>
        <p:spPr>
          <a:xfrm>
            <a:off x="1108349" y="3920975"/>
            <a:ext cx="41136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Helvetica Neue"/>
              <a:buNone/>
            </a:pPr>
            <a:r>
              <a:rPr b="1" lang="en-US" sz="16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Data Decypher’s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Welcomes You!</a:t>
            </a:r>
            <a:endParaRPr/>
          </a:p>
        </p:txBody>
      </p:sp>
      <p:grpSp>
        <p:nvGrpSpPr>
          <p:cNvPr id="257" name="Google Shape;257;p1"/>
          <p:cNvGrpSpPr/>
          <p:nvPr/>
        </p:nvGrpSpPr>
        <p:grpSpPr>
          <a:xfrm>
            <a:off x="939474" y="3138799"/>
            <a:ext cx="59103" cy="547728"/>
            <a:chOff x="-1" y="-1"/>
            <a:chExt cx="59102" cy="547727"/>
          </a:xfrm>
        </p:grpSpPr>
        <p:sp>
          <p:nvSpPr>
            <p:cNvPr id="258" name="Google Shape;258;p1"/>
            <p:cNvSpPr/>
            <p:nvPr/>
          </p:nvSpPr>
          <p:spPr>
            <a:xfrm>
              <a:off x="-1" y="-1"/>
              <a:ext cx="59102" cy="59101"/>
            </a:xfrm>
            <a:prstGeom prst="ellipse">
              <a:avLst/>
            </a:prstGeom>
            <a:solidFill>
              <a:srgbClr val="AFB4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-1" y="162874"/>
              <a:ext cx="59102" cy="59101"/>
            </a:xfrm>
            <a:prstGeom prst="ellipse">
              <a:avLst/>
            </a:prstGeom>
            <a:solidFill>
              <a:srgbClr val="AFB4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-1" y="325749"/>
              <a:ext cx="59102" cy="59102"/>
            </a:xfrm>
            <a:prstGeom prst="ellipse">
              <a:avLst/>
            </a:prstGeom>
            <a:solidFill>
              <a:srgbClr val="AFB4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-1" y="488625"/>
              <a:ext cx="59102" cy="59101"/>
            </a:xfrm>
            <a:prstGeom prst="ellipse">
              <a:avLst/>
            </a:prstGeom>
            <a:solidFill>
              <a:srgbClr val="AFB4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2" name="Google Shape;262;p1"/>
          <p:cNvGrpSpPr/>
          <p:nvPr/>
        </p:nvGrpSpPr>
        <p:grpSpPr>
          <a:xfrm>
            <a:off x="1527862" y="889588"/>
            <a:ext cx="384851" cy="59101"/>
            <a:chOff x="0" y="0"/>
            <a:chExt cx="384851" cy="59101"/>
          </a:xfrm>
        </p:grpSpPr>
        <p:sp>
          <p:nvSpPr>
            <p:cNvPr id="263" name="Google Shape;263;p1"/>
            <p:cNvSpPr/>
            <p:nvPr/>
          </p:nvSpPr>
          <p:spPr>
            <a:xfrm rot="-5400000">
              <a:off x="0" y="0"/>
              <a:ext cx="59101" cy="59101"/>
            </a:xfrm>
            <a:prstGeom prst="ellipse">
              <a:avLst/>
            </a:prstGeom>
            <a:solidFill>
              <a:srgbClr val="AFB4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 rot="-5400000">
              <a:off x="162875" y="0"/>
              <a:ext cx="59101" cy="59101"/>
            </a:xfrm>
            <a:prstGeom prst="ellipse">
              <a:avLst/>
            </a:prstGeom>
            <a:solidFill>
              <a:srgbClr val="AFB4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5" name="Google Shape;265;p1"/>
            <p:cNvSpPr/>
            <p:nvPr/>
          </p:nvSpPr>
          <p:spPr>
            <a:xfrm rot="-5400000">
              <a:off x="325750" y="0"/>
              <a:ext cx="59101" cy="59101"/>
            </a:xfrm>
            <a:prstGeom prst="ellipse">
              <a:avLst/>
            </a:prstGeom>
            <a:solidFill>
              <a:srgbClr val="AFB4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descr="Google Shape;1777;p20" id="266" name="Google Shape;2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0149" y="1019058"/>
            <a:ext cx="3467501" cy="310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7f1a0ac1a_2_6"/>
          <p:cNvSpPr txBox="1"/>
          <p:nvPr>
            <p:ph type="title"/>
          </p:nvPr>
        </p:nvSpPr>
        <p:spPr>
          <a:xfrm>
            <a:off x="719999" y="445025"/>
            <a:ext cx="7704000" cy="5727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Data Decypher’s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72" name="Google Shape;272;g3d7f1a0ac1a_2_6"/>
          <p:cNvSpPr txBox="1"/>
          <p:nvPr/>
        </p:nvSpPr>
        <p:spPr>
          <a:xfrm>
            <a:off x="1117600" y="1471675"/>
            <a:ext cx="6957000" cy="3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Medium"/>
              <a:buChar char="●"/>
            </a:pPr>
            <a:r>
              <a:rPr lang="en-US" sz="1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Arjun Jha			                RA2411026010716</a:t>
            </a:r>
            <a:endParaRPr sz="18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Medium"/>
              <a:buChar char="●"/>
            </a:pPr>
            <a:r>
              <a:rPr lang="en-US" sz="1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Avinash Santhosh Nair		RA2411026010726</a:t>
            </a:r>
            <a:endParaRPr sz="18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Medium"/>
              <a:buChar char="●"/>
            </a:pPr>
            <a:r>
              <a:rPr lang="en-US" sz="1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Ayushman Bahinipati			RA2411026010729</a:t>
            </a:r>
            <a:endParaRPr sz="18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Medium"/>
              <a:buChar char="●"/>
            </a:pPr>
            <a:r>
              <a:rPr lang="en-US" sz="1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Ramyapriya Sivasankar		RA2411026010734</a:t>
            </a:r>
            <a:endParaRPr sz="18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 Medium"/>
              <a:buChar char="●"/>
            </a:pPr>
            <a:r>
              <a:rPr lang="en-US" sz="1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Prasanth Choudary			RA2411026010743</a:t>
            </a:r>
            <a:br>
              <a:rPr lang="en-US" sz="1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</a:br>
            <a:br>
              <a:rPr lang="en-US" sz="1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</a:br>
            <a:r>
              <a:rPr lang="en-US" sz="1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SRM Institute of Science and Technology</a:t>
            </a:r>
            <a:endParaRPr sz="18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"/>
          <p:cNvSpPr txBox="1"/>
          <p:nvPr>
            <p:ph type="title"/>
          </p:nvPr>
        </p:nvSpPr>
        <p:spPr>
          <a:xfrm>
            <a:off x="765349" y="59017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9"/>
              <a:buFont typeface="Krub"/>
              <a:buNone/>
            </a:pPr>
            <a:r>
              <a:rPr lang="en-US" sz="2309">
                <a:solidFill>
                  <a:schemeClr val="accent4"/>
                </a:solidFill>
              </a:rPr>
              <a:t>Table of contents</a:t>
            </a:r>
            <a:endParaRPr/>
          </a:p>
        </p:txBody>
      </p:sp>
      <p:sp>
        <p:nvSpPr>
          <p:cNvPr id="278" name="Google Shape;278;p2"/>
          <p:cNvSpPr txBox="1"/>
          <p:nvPr>
            <p:ph idx="1" type="body"/>
          </p:nvPr>
        </p:nvSpPr>
        <p:spPr>
          <a:xfrm>
            <a:off x="2290462" y="1541774"/>
            <a:ext cx="2666401" cy="5085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lang="en-US">
                <a:solidFill>
                  <a:srgbClr val="FFFFFF"/>
                </a:solidFill>
              </a:rPr>
              <a:t>Problem Statement</a:t>
            </a:r>
            <a:endParaRPr/>
          </a:p>
        </p:txBody>
      </p:sp>
      <p:sp>
        <p:nvSpPr>
          <p:cNvPr id="279" name="Google Shape;279;p2"/>
          <p:cNvSpPr txBox="1"/>
          <p:nvPr/>
        </p:nvSpPr>
        <p:spPr>
          <a:xfrm>
            <a:off x="2290462" y="2336525"/>
            <a:ext cx="2666401" cy="5085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Krub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Idea</a:t>
            </a:r>
            <a:endParaRPr/>
          </a:p>
        </p:txBody>
      </p:sp>
      <p:sp>
        <p:nvSpPr>
          <p:cNvPr id="280" name="Google Shape;280;p2"/>
          <p:cNvSpPr txBox="1"/>
          <p:nvPr/>
        </p:nvSpPr>
        <p:spPr>
          <a:xfrm>
            <a:off x="2290462" y="3131274"/>
            <a:ext cx="2666401" cy="5085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Krub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Features</a:t>
            </a:r>
            <a:endParaRPr/>
          </a:p>
        </p:txBody>
      </p:sp>
      <p:sp>
        <p:nvSpPr>
          <p:cNvPr id="281" name="Google Shape;281;p2"/>
          <p:cNvSpPr txBox="1"/>
          <p:nvPr/>
        </p:nvSpPr>
        <p:spPr>
          <a:xfrm>
            <a:off x="6110187" y="1541774"/>
            <a:ext cx="2666401" cy="5085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Krub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Flowcharts</a:t>
            </a:r>
            <a:endParaRPr/>
          </a:p>
        </p:txBody>
      </p:sp>
      <p:sp>
        <p:nvSpPr>
          <p:cNvPr id="282" name="Google Shape;282;p2"/>
          <p:cNvSpPr txBox="1"/>
          <p:nvPr/>
        </p:nvSpPr>
        <p:spPr>
          <a:xfrm>
            <a:off x="6110187" y="2336525"/>
            <a:ext cx="2666401" cy="5085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Krub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Roadmaps</a:t>
            </a:r>
            <a:endParaRPr/>
          </a:p>
        </p:txBody>
      </p:sp>
      <p:sp>
        <p:nvSpPr>
          <p:cNvPr id="283" name="Google Shape;283;p2"/>
          <p:cNvSpPr txBox="1"/>
          <p:nvPr/>
        </p:nvSpPr>
        <p:spPr>
          <a:xfrm>
            <a:off x="6110187" y="3131274"/>
            <a:ext cx="2666401" cy="5085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Krub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Conclusion</a:t>
            </a:r>
            <a:endParaRPr/>
          </a:p>
        </p:txBody>
      </p:sp>
      <p:grpSp>
        <p:nvGrpSpPr>
          <p:cNvPr id="284" name="Google Shape;284;p2"/>
          <p:cNvGrpSpPr/>
          <p:nvPr/>
        </p:nvGrpSpPr>
        <p:grpSpPr>
          <a:xfrm>
            <a:off x="1555762" y="1541773"/>
            <a:ext cx="547803" cy="508503"/>
            <a:chOff x="0" y="-1"/>
            <a:chExt cx="547801" cy="508502"/>
          </a:xfrm>
        </p:grpSpPr>
        <p:sp>
          <p:nvSpPr>
            <p:cNvPr id="285" name="Google Shape;285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CB6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463048" y="423748"/>
              <a:ext cx="84753" cy="84753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18258" y="21600"/>
                  </a:moveTo>
                  <a:lnTo>
                    <a:pt x="18927" y="1872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cap="flat" cmpd="sng" w="9525">
              <a:solidFill>
                <a:srgbClr val="4C06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grpSp>
        <p:nvGrpSpPr>
          <p:cNvPr id="288" name="Google Shape;288;p2"/>
          <p:cNvGrpSpPr/>
          <p:nvPr/>
        </p:nvGrpSpPr>
        <p:grpSpPr>
          <a:xfrm>
            <a:off x="5351838" y="1541773"/>
            <a:ext cx="547803" cy="508503"/>
            <a:chOff x="0" y="-1"/>
            <a:chExt cx="547801" cy="508502"/>
          </a:xfrm>
        </p:grpSpPr>
        <p:sp>
          <p:nvSpPr>
            <p:cNvPr id="289" name="Google Shape;289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CB6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463048" y="423748"/>
              <a:ext cx="84753" cy="84753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18258" y="21600"/>
                  </a:moveTo>
                  <a:lnTo>
                    <a:pt x="18927" y="1872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cap="flat" cmpd="sng" w="9525">
              <a:solidFill>
                <a:srgbClr val="4C06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grpSp>
        <p:nvGrpSpPr>
          <p:cNvPr id="292" name="Google Shape;292;p2"/>
          <p:cNvGrpSpPr/>
          <p:nvPr/>
        </p:nvGrpSpPr>
        <p:grpSpPr>
          <a:xfrm>
            <a:off x="5351838" y="2336524"/>
            <a:ext cx="547803" cy="508503"/>
            <a:chOff x="0" y="-1"/>
            <a:chExt cx="547801" cy="508502"/>
          </a:xfrm>
        </p:grpSpPr>
        <p:sp>
          <p:nvSpPr>
            <p:cNvPr id="293" name="Google Shape;293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CB6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463048" y="423748"/>
              <a:ext cx="84753" cy="84753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18258" y="21600"/>
                  </a:moveTo>
                  <a:lnTo>
                    <a:pt x="18927" y="1872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cap="flat" cmpd="sng" w="9525">
              <a:solidFill>
                <a:srgbClr val="4C06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grpSp>
        <p:nvGrpSpPr>
          <p:cNvPr id="296" name="Google Shape;296;p2"/>
          <p:cNvGrpSpPr/>
          <p:nvPr/>
        </p:nvGrpSpPr>
        <p:grpSpPr>
          <a:xfrm>
            <a:off x="5351838" y="3131273"/>
            <a:ext cx="547803" cy="508503"/>
            <a:chOff x="0" y="-1"/>
            <a:chExt cx="547801" cy="508502"/>
          </a:xfrm>
        </p:grpSpPr>
        <p:sp>
          <p:nvSpPr>
            <p:cNvPr id="297" name="Google Shape;297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CB6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463048" y="423748"/>
              <a:ext cx="84753" cy="84753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18258" y="21600"/>
                  </a:moveTo>
                  <a:lnTo>
                    <a:pt x="18927" y="1872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cap="flat" cmpd="sng" w="9525">
              <a:solidFill>
                <a:srgbClr val="4C06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300" name="Google Shape;300;p2"/>
          <p:cNvSpPr txBox="1"/>
          <p:nvPr/>
        </p:nvSpPr>
        <p:spPr>
          <a:xfrm>
            <a:off x="1555774" y="1542375"/>
            <a:ext cx="717002" cy="5257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Krub SemiBold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01.</a:t>
            </a:r>
            <a:endParaRPr/>
          </a:p>
        </p:txBody>
      </p:sp>
      <p:sp>
        <p:nvSpPr>
          <p:cNvPr id="301" name="Google Shape;301;p2"/>
          <p:cNvSpPr txBox="1"/>
          <p:nvPr/>
        </p:nvSpPr>
        <p:spPr>
          <a:xfrm>
            <a:off x="1555774" y="3131274"/>
            <a:ext cx="717002" cy="5257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Krub SemiBold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03.</a:t>
            </a:r>
            <a:endParaRPr/>
          </a:p>
        </p:txBody>
      </p:sp>
      <p:pic>
        <p:nvPicPr>
          <p:cNvPr descr="Google Shape;1795;p21" id="302" name="Google Shape;3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6449" y="2354272"/>
            <a:ext cx="2095562" cy="2629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796;p21" id="303" name="Google Shape;3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1824" y="4018686"/>
            <a:ext cx="717001" cy="452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797;p21" id="304" name="Google Shape;3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9623" y="4002237"/>
            <a:ext cx="717001" cy="452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798;p21" id="305" name="Google Shape;30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425" y="2392889"/>
            <a:ext cx="496452" cy="452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799;p21" id="306" name="Google Shape;30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18741">
            <a:off x="1816524" y="516066"/>
            <a:ext cx="636490" cy="508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800;p21" id="307" name="Google Shape;30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11524" y="516074"/>
            <a:ext cx="610826" cy="368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1801;p21" id="308" name="Google Shape;30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78825" y="2046338"/>
            <a:ext cx="547801" cy="5812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" name="Google Shape;309;p2"/>
          <p:cNvGrpSpPr/>
          <p:nvPr/>
        </p:nvGrpSpPr>
        <p:grpSpPr>
          <a:xfrm>
            <a:off x="1555762" y="2336524"/>
            <a:ext cx="547803" cy="508503"/>
            <a:chOff x="0" y="-1"/>
            <a:chExt cx="547801" cy="508502"/>
          </a:xfrm>
        </p:grpSpPr>
        <p:sp>
          <p:nvSpPr>
            <p:cNvPr id="310" name="Google Shape;310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CB6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463048" y="423748"/>
              <a:ext cx="84753" cy="84753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18258" y="21600"/>
                  </a:moveTo>
                  <a:lnTo>
                    <a:pt x="18927" y="1872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cap="flat" cmpd="sng" w="9525">
              <a:solidFill>
                <a:srgbClr val="4C06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grpSp>
        <p:nvGrpSpPr>
          <p:cNvPr id="313" name="Google Shape;313;p2"/>
          <p:cNvGrpSpPr/>
          <p:nvPr/>
        </p:nvGrpSpPr>
        <p:grpSpPr>
          <a:xfrm>
            <a:off x="1534700" y="3131273"/>
            <a:ext cx="547803" cy="508503"/>
            <a:chOff x="0" y="-1"/>
            <a:chExt cx="547801" cy="508502"/>
          </a:xfrm>
        </p:grpSpPr>
        <p:sp>
          <p:nvSpPr>
            <p:cNvPr id="314" name="Google Shape;314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21600" y="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CB65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463048" y="423748"/>
              <a:ext cx="84753" cy="84753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4320" y="432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0" y="-1"/>
              <a:ext cx="547801" cy="508501"/>
            </a:xfrm>
            <a:custGeom>
              <a:rect b="b" l="l" r="r" t="t"/>
              <a:pathLst>
                <a:path extrusionOk="0" h="21600" w="21600">
                  <a:moveTo>
                    <a:pt x="18258" y="21600"/>
                  </a:moveTo>
                  <a:lnTo>
                    <a:pt x="18927" y="18720"/>
                  </a:lnTo>
                  <a:lnTo>
                    <a:pt x="21600" y="18000"/>
                  </a:lnTo>
                  <a:lnTo>
                    <a:pt x="18258" y="21600"/>
                  </a:lnTo>
                  <a:lnTo>
                    <a:pt x="0" y="21600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18000"/>
                  </a:lnTo>
                </a:path>
              </a:pathLst>
            </a:custGeom>
            <a:noFill/>
            <a:ln cap="flat" cmpd="sng" w="9525">
              <a:solidFill>
                <a:srgbClr val="4C06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DM Sans Medium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317" name="Google Shape;317;p2"/>
          <p:cNvSpPr txBox="1"/>
          <p:nvPr/>
        </p:nvSpPr>
        <p:spPr>
          <a:xfrm>
            <a:off x="1555774" y="2336824"/>
            <a:ext cx="717002" cy="5257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Krub SemiBold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02.</a:t>
            </a:r>
            <a:endParaRPr/>
          </a:p>
        </p:txBody>
      </p:sp>
      <p:sp>
        <p:nvSpPr>
          <p:cNvPr id="318" name="Google Shape;318;p2"/>
          <p:cNvSpPr txBox="1"/>
          <p:nvPr/>
        </p:nvSpPr>
        <p:spPr>
          <a:xfrm>
            <a:off x="1555774" y="3131274"/>
            <a:ext cx="717002" cy="5257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Krub SemiBold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03.</a:t>
            </a:r>
            <a:endParaRPr/>
          </a:p>
        </p:txBody>
      </p:sp>
      <p:sp>
        <p:nvSpPr>
          <p:cNvPr id="319" name="Google Shape;319;p2"/>
          <p:cNvSpPr txBox="1"/>
          <p:nvPr/>
        </p:nvSpPr>
        <p:spPr>
          <a:xfrm>
            <a:off x="5351850" y="1542375"/>
            <a:ext cx="717001" cy="5257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Krub SemiBold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04.</a:t>
            </a:r>
            <a:endParaRPr/>
          </a:p>
        </p:txBody>
      </p:sp>
      <p:sp>
        <p:nvSpPr>
          <p:cNvPr id="320" name="Google Shape;320;p2"/>
          <p:cNvSpPr txBox="1"/>
          <p:nvPr/>
        </p:nvSpPr>
        <p:spPr>
          <a:xfrm>
            <a:off x="5351850" y="2336824"/>
            <a:ext cx="717001" cy="5257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Krub SemiBold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05.</a:t>
            </a:r>
            <a:endParaRPr/>
          </a:p>
        </p:txBody>
      </p:sp>
      <p:sp>
        <p:nvSpPr>
          <p:cNvPr id="321" name="Google Shape;321;p2"/>
          <p:cNvSpPr txBox="1"/>
          <p:nvPr/>
        </p:nvSpPr>
        <p:spPr>
          <a:xfrm>
            <a:off x="5351850" y="3131274"/>
            <a:ext cx="717001" cy="5257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Krub SemiBold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Krub SemiBold"/>
                <a:ea typeface="Krub SemiBold"/>
                <a:cs typeface="Krub SemiBold"/>
                <a:sym typeface="Krub SemiBold"/>
              </a:rPr>
              <a:t>06.</a:t>
            </a:r>
            <a:endParaRPr/>
          </a:p>
        </p:txBody>
      </p:sp>
      <p:pic>
        <p:nvPicPr>
          <p:cNvPr descr="Google Shape;1809;p21" id="322" name="Google Shape;322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flipH="1">
            <a:off x="179674" y="183175"/>
            <a:ext cx="8596926" cy="402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"/>
          <p:cNvSpPr txBox="1"/>
          <p:nvPr>
            <p:ph idx="1" type="body"/>
          </p:nvPr>
        </p:nvSpPr>
        <p:spPr>
          <a:xfrm>
            <a:off x="3215452" y="1978388"/>
            <a:ext cx="36789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30"/>
              <a:buFont typeface="Helvetica Neue"/>
              <a:buNone/>
            </a:pPr>
            <a:r>
              <a:rPr b="1" lang="en-US" sz="1530">
                <a:solidFill>
                  <a:schemeClr val="accent4"/>
                </a:solidFill>
                <a:latin typeface="Krub"/>
                <a:ea typeface="Krub"/>
                <a:cs typeface="Krub"/>
                <a:sym typeface="Krub"/>
              </a:rPr>
              <a:t>02. Our idea</a:t>
            </a:r>
            <a:endParaRPr/>
          </a:p>
        </p:txBody>
      </p:sp>
      <p:sp>
        <p:nvSpPr>
          <p:cNvPr id="328" name="Google Shape;328;p3"/>
          <p:cNvSpPr txBox="1"/>
          <p:nvPr>
            <p:ph type="title"/>
          </p:nvPr>
        </p:nvSpPr>
        <p:spPr>
          <a:xfrm>
            <a:off x="603224" y="34329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9"/>
              <a:buFont typeface="Krub"/>
              <a:buNone/>
            </a:pPr>
            <a:r>
              <a:rPr lang="en-US" sz="2309">
                <a:solidFill>
                  <a:schemeClr val="accent4"/>
                </a:solidFill>
              </a:rPr>
              <a:t>   Introduction</a:t>
            </a:r>
            <a:endParaRPr/>
          </a:p>
        </p:txBody>
      </p:sp>
      <p:sp>
        <p:nvSpPr>
          <p:cNvPr id="329" name="Google Shape;329;p3"/>
          <p:cNvSpPr txBox="1"/>
          <p:nvPr/>
        </p:nvSpPr>
        <p:spPr>
          <a:xfrm>
            <a:off x="3553025" y="2341650"/>
            <a:ext cx="4754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4"/>
              <a:buFont typeface="DM Sans Medium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Our Idea involves developing a model-based product designed to solve the specified problem statement and elevate the user's working experience with a range of innovative features. </a:t>
            </a:r>
            <a:endParaRPr b="1" i="0" sz="1100" u="none" cap="none" strike="noStrike">
              <a:solidFill>
                <a:srgbClr val="FFFF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4"/>
              <a:buFont typeface="DM Sans Medium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project can be broken down into two parts.</a:t>
            </a:r>
            <a:endParaRPr b="1" sz="1100"/>
          </a:p>
        </p:txBody>
      </p:sp>
      <p:sp>
        <p:nvSpPr>
          <p:cNvPr id="330" name="Google Shape;330;p3"/>
          <p:cNvSpPr txBox="1"/>
          <p:nvPr/>
        </p:nvSpPr>
        <p:spPr>
          <a:xfrm>
            <a:off x="3398725" y="768875"/>
            <a:ext cx="49536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fontScale="92500" lnSpcReduction="2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DM Sans Medium"/>
              <a:buNone/>
            </a:pPr>
            <a:r>
              <a:rPr b="1" lang="en-US" sz="12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India’s platform-based delivery partners (Zomato, Swiggy, Zepto, Amazon, Dunzo etc.) are the backbone of our fast-paced digital economy. However, external disruptions such as extreme weather, pollution, and natural disasters can reduce their working hours and cause them to lose 20–30% of their monthly earnings. Currently, gig workers have no income protection against these uncontrollable events. When disruptions occur, they bear the full financial loss with no safety net. </a:t>
            </a:r>
            <a:endParaRPr b="1"/>
          </a:p>
        </p:txBody>
      </p:sp>
      <p:sp>
        <p:nvSpPr>
          <p:cNvPr id="331" name="Google Shape;331;p3"/>
          <p:cNvSpPr txBox="1"/>
          <p:nvPr/>
        </p:nvSpPr>
        <p:spPr>
          <a:xfrm>
            <a:off x="3234574" y="482500"/>
            <a:ext cx="36789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30"/>
              <a:buFont typeface="Krub"/>
              <a:buNone/>
            </a:pPr>
            <a:r>
              <a:rPr b="1" i="0" lang="en-US" sz="1530" u="none" cap="none" strike="noStrike">
                <a:solidFill>
                  <a:schemeClr val="accent4"/>
                </a:solidFill>
                <a:latin typeface="Krub"/>
                <a:ea typeface="Krub"/>
                <a:cs typeface="Krub"/>
                <a:sym typeface="Krub"/>
              </a:rPr>
              <a:t>01. Problem Statement</a:t>
            </a:r>
            <a:endParaRPr/>
          </a:p>
        </p:txBody>
      </p:sp>
      <p:grpSp>
        <p:nvGrpSpPr>
          <p:cNvPr id="332" name="Google Shape;332;p3"/>
          <p:cNvGrpSpPr/>
          <p:nvPr/>
        </p:nvGrpSpPr>
        <p:grpSpPr>
          <a:xfrm>
            <a:off x="1095455" y="1391350"/>
            <a:ext cx="547729" cy="59103"/>
            <a:chOff x="-1" y="-1"/>
            <a:chExt cx="547728" cy="59102"/>
          </a:xfrm>
        </p:grpSpPr>
        <p:sp>
          <p:nvSpPr>
            <p:cNvPr id="333" name="Google Shape;333;p3"/>
            <p:cNvSpPr/>
            <p:nvPr/>
          </p:nvSpPr>
          <p:spPr>
            <a:xfrm rot="5400000">
              <a:off x="488625" y="-1"/>
              <a:ext cx="59101" cy="59102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EEFC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EEEEF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 rot="5400000">
              <a:off x="325750" y="-1"/>
              <a:ext cx="59101" cy="59102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EEFC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EEEEF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5" name="Google Shape;335;p3"/>
            <p:cNvSpPr/>
            <p:nvPr/>
          </p:nvSpPr>
          <p:spPr>
            <a:xfrm rot="5400000">
              <a:off x="162875" y="-1"/>
              <a:ext cx="59101" cy="59102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EEFC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EEEEF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6" name="Google Shape;336;p3"/>
            <p:cNvSpPr/>
            <p:nvPr/>
          </p:nvSpPr>
          <p:spPr>
            <a:xfrm rot="5400000">
              <a:off x="-1" y="-1"/>
              <a:ext cx="59102" cy="59102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EEEFC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EEEEFC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37" name="Google Shape;337;p3"/>
          <p:cNvGrpSpPr/>
          <p:nvPr/>
        </p:nvGrpSpPr>
        <p:grpSpPr>
          <a:xfrm>
            <a:off x="776499" y="1053300"/>
            <a:ext cx="2137239" cy="4040096"/>
            <a:chOff x="-1" y="-1"/>
            <a:chExt cx="2635963" cy="4982852"/>
          </a:xfrm>
        </p:grpSpPr>
        <p:sp>
          <p:nvSpPr>
            <p:cNvPr id="338" name="Google Shape;338;p3"/>
            <p:cNvSpPr/>
            <p:nvPr/>
          </p:nvSpPr>
          <p:spPr>
            <a:xfrm>
              <a:off x="-1" y="1441855"/>
              <a:ext cx="1653210" cy="3540996"/>
            </a:xfrm>
            <a:custGeom>
              <a:rect b="b" l="l" r="r" t="t"/>
              <a:pathLst>
                <a:path extrusionOk="0" h="21600" w="21600">
                  <a:moveTo>
                    <a:pt x="11592" y="21600"/>
                  </a:moveTo>
                  <a:cubicBezTo>
                    <a:pt x="11592" y="21600"/>
                    <a:pt x="17249" y="9261"/>
                    <a:pt x="17321" y="9093"/>
                  </a:cubicBezTo>
                  <a:cubicBezTo>
                    <a:pt x="17394" y="8925"/>
                    <a:pt x="20930" y="6578"/>
                    <a:pt x="21600" y="3766"/>
                  </a:cubicBezTo>
                  <a:lnTo>
                    <a:pt x="12540" y="0"/>
                  </a:lnTo>
                  <a:cubicBezTo>
                    <a:pt x="12540" y="0"/>
                    <a:pt x="10316" y="1286"/>
                    <a:pt x="9748" y="2204"/>
                  </a:cubicBezTo>
                  <a:cubicBezTo>
                    <a:pt x="9181" y="3122"/>
                    <a:pt x="8612" y="7055"/>
                    <a:pt x="8412" y="7704"/>
                  </a:cubicBezTo>
                  <a:cubicBezTo>
                    <a:pt x="8213" y="8354"/>
                    <a:pt x="0" y="19933"/>
                    <a:pt x="0" y="19933"/>
                  </a:cubicBezTo>
                  <a:lnTo>
                    <a:pt x="11592" y="21600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0"/>
                <a:buFont typeface="Calibri"/>
                <a:buNone/>
              </a:pPr>
              <a:r>
                <a:t/>
              </a:r>
              <a:endParaRPr b="0" i="0" sz="14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701389" y="-1"/>
              <a:ext cx="1934573" cy="2342480"/>
            </a:xfrm>
            <a:custGeom>
              <a:rect b="b" l="l" r="r" t="t"/>
              <a:pathLst>
                <a:path extrusionOk="0" h="21415" w="21383">
                  <a:moveTo>
                    <a:pt x="20512" y="18620"/>
                  </a:moveTo>
                  <a:cubicBezTo>
                    <a:pt x="15589" y="19568"/>
                    <a:pt x="10783" y="20493"/>
                    <a:pt x="6121" y="21391"/>
                  </a:cubicBezTo>
                  <a:cubicBezTo>
                    <a:pt x="5503" y="21510"/>
                    <a:pt x="4888" y="21184"/>
                    <a:pt x="4761" y="20670"/>
                  </a:cubicBezTo>
                  <a:cubicBezTo>
                    <a:pt x="3561" y="15817"/>
                    <a:pt x="1904" y="10080"/>
                    <a:pt x="35" y="3932"/>
                  </a:cubicBezTo>
                  <a:cubicBezTo>
                    <a:pt x="-119" y="3426"/>
                    <a:pt x="258" y="2914"/>
                    <a:pt x="872" y="2796"/>
                  </a:cubicBezTo>
                  <a:cubicBezTo>
                    <a:pt x="5728" y="1973"/>
                    <a:pt x="10525" y="1050"/>
                    <a:pt x="15262" y="25"/>
                  </a:cubicBezTo>
                  <a:cubicBezTo>
                    <a:pt x="15860" y="-90"/>
                    <a:pt x="16460" y="211"/>
                    <a:pt x="16610" y="703"/>
                  </a:cubicBezTo>
                  <a:cubicBezTo>
                    <a:pt x="18507" y="6875"/>
                    <a:pt x="20177" y="12637"/>
                    <a:pt x="21361" y="17528"/>
                  </a:cubicBezTo>
                  <a:cubicBezTo>
                    <a:pt x="21481" y="18022"/>
                    <a:pt x="21105" y="18505"/>
                    <a:pt x="20512" y="1862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0"/>
                <a:buFont typeface="Calibri"/>
                <a:buNone/>
              </a:pPr>
              <a:r>
                <a:t/>
              </a:r>
              <a:endParaRPr b="0" i="0" sz="14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0" name="Google Shape;340;p3"/>
            <p:cNvGrpSpPr/>
            <p:nvPr/>
          </p:nvGrpSpPr>
          <p:grpSpPr>
            <a:xfrm>
              <a:off x="830011" y="142477"/>
              <a:ext cx="1629235" cy="2056806"/>
              <a:chOff x="-1" y="-1"/>
              <a:chExt cx="1629235" cy="2056806"/>
            </a:xfrm>
          </p:grpSpPr>
          <p:sp>
            <p:nvSpPr>
              <p:cNvPr id="341" name="Google Shape;341;p3"/>
              <p:cNvSpPr/>
              <p:nvPr/>
            </p:nvSpPr>
            <p:spPr>
              <a:xfrm>
                <a:off x="-1" y="-1"/>
                <a:ext cx="1629180" cy="2056806"/>
              </a:xfrm>
              <a:custGeom>
                <a:rect b="b" l="l" r="r" t="t"/>
                <a:pathLst>
                  <a:path extrusionOk="0" h="21600" w="21600">
                    <a:moveTo>
                      <a:pt x="0" y="3066"/>
                    </a:moveTo>
                    <a:cubicBezTo>
                      <a:pt x="2756" y="9324"/>
                      <a:pt x="5155" y="21600"/>
                      <a:pt x="5155" y="21600"/>
                    </a:cubicBezTo>
                    <a:cubicBezTo>
                      <a:pt x="5155" y="21600"/>
                      <a:pt x="15227" y="19946"/>
                      <a:pt x="18786" y="19086"/>
                    </a:cubicBezTo>
                    <a:cubicBezTo>
                      <a:pt x="20794" y="17438"/>
                      <a:pt x="21600" y="15314"/>
                      <a:pt x="21600" y="15314"/>
                    </a:cubicBezTo>
                    <a:cubicBezTo>
                      <a:pt x="20101" y="8593"/>
                      <a:pt x="16621" y="0"/>
                      <a:pt x="16621" y="0"/>
                    </a:cubicBezTo>
                    <a:cubicBezTo>
                      <a:pt x="6247" y="2118"/>
                      <a:pt x="0" y="3066"/>
                      <a:pt x="0" y="306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0"/>
                  <a:buFont typeface="Calibri"/>
                  <a:buNone/>
                </a:pPr>
                <a:r>
                  <a:t/>
                </a:r>
                <a:endParaRPr b="0" i="0" sz="145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2" name="Google Shape;342;p3"/>
              <p:cNvGrpSpPr/>
              <p:nvPr/>
            </p:nvGrpSpPr>
            <p:grpSpPr>
              <a:xfrm>
                <a:off x="237361" y="299390"/>
                <a:ext cx="1097350" cy="635126"/>
                <a:chOff x="-2" y="0"/>
                <a:chExt cx="1097350" cy="635126"/>
              </a:xfrm>
            </p:grpSpPr>
            <p:grpSp>
              <p:nvGrpSpPr>
                <p:cNvPr id="343" name="Google Shape;343;p3"/>
                <p:cNvGrpSpPr/>
                <p:nvPr/>
              </p:nvGrpSpPr>
              <p:grpSpPr>
                <a:xfrm>
                  <a:off x="-2" y="129290"/>
                  <a:ext cx="470009" cy="505836"/>
                  <a:chOff x="-1" y="0"/>
                  <a:chExt cx="470009" cy="505836"/>
                </a:xfrm>
              </p:grpSpPr>
              <p:sp>
                <p:nvSpPr>
                  <p:cNvPr id="344" name="Google Shape;344;p3"/>
                  <p:cNvSpPr/>
                  <p:nvPr/>
                </p:nvSpPr>
                <p:spPr>
                  <a:xfrm>
                    <a:off x="-1" y="43570"/>
                    <a:ext cx="468404" cy="462266"/>
                  </a:xfrm>
                  <a:custGeom>
                    <a:rect b="b" l="l" r="r" t="t"/>
                    <a:pathLst>
                      <a:path extrusionOk="0" h="20568" w="19654">
                        <a:moveTo>
                          <a:pt x="13158" y="8511"/>
                        </a:moveTo>
                        <a:cubicBezTo>
                          <a:pt x="13260" y="8748"/>
                          <a:pt x="13344" y="8999"/>
                          <a:pt x="13403" y="9264"/>
                        </a:cubicBezTo>
                        <a:cubicBezTo>
                          <a:pt x="13863" y="11358"/>
                          <a:pt x="12634" y="13451"/>
                          <a:pt x="10659" y="13939"/>
                        </a:cubicBezTo>
                        <a:cubicBezTo>
                          <a:pt x="8685" y="14427"/>
                          <a:pt x="6711" y="13123"/>
                          <a:pt x="6251" y="11030"/>
                        </a:cubicBezTo>
                        <a:cubicBezTo>
                          <a:pt x="5791" y="8936"/>
                          <a:pt x="7020" y="6843"/>
                          <a:pt x="8995" y="6355"/>
                        </a:cubicBezTo>
                        <a:lnTo>
                          <a:pt x="7599" y="0"/>
                        </a:lnTo>
                        <a:cubicBezTo>
                          <a:pt x="2314" y="1303"/>
                          <a:pt x="-973" y="6905"/>
                          <a:pt x="259" y="12510"/>
                        </a:cubicBezTo>
                        <a:cubicBezTo>
                          <a:pt x="1488" y="18115"/>
                          <a:pt x="6770" y="21600"/>
                          <a:pt x="12055" y="20294"/>
                        </a:cubicBezTo>
                        <a:cubicBezTo>
                          <a:pt x="17340" y="18990"/>
                          <a:pt x="20627" y="13388"/>
                          <a:pt x="19395" y="7784"/>
                        </a:cubicBezTo>
                        <a:cubicBezTo>
                          <a:pt x="19239" y="7076"/>
                          <a:pt x="19019" y="6400"/>
                          <a:pt x="18742" y="5767"/>
                        </a:cubicBezTo>
                        <a:lnTo>
                          <a:pt x="13158" y="8511"/>
                        </a:lnTo>
                        <a:close/>
                      </a:path>
                    </a:pathLst>
                  </a:custGeom>
                  <a:solidFill>
                    <a:srgbClr val="6AA84F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60"/>
                      <a:buFont typeface="Calibri"/>
                      <a:buNone/>
                    </a:pPr>
                    <a:r>
                      <a:t/>
                    </a:r>
                    <a:endParaRPr b="0" i="0" sz="1459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" name="Google Shape;345;p3"/>
                  <p:cNvSpPr/>
                  <p:nvPr/>
                </p:nvSpPr>
                <p:spPr>
                  <a:xfrm>
                    <a:off x="204436" y="0"/>
                    <a:ext cx="265572" cy="197427"/>
                  </a:xfrm>
                  <a:custGeom>
                    <a:rect b="b" l="l" r="r" t="t"/>
                    <a:pathLst>
                      <a:path extrusionOk="0" h="19664" w="21600">
                        <a:moveTo>
                          <a:pt x="2706" y="14837"/>
                        </a:moveTo>
                        <a:cubicBezTo>
                          <a:pt x="6048" y="13886"/>
                          <a:pt x="9390" y="15986"/>
                          <a:pt x="10777" y="19664"/>
                        </a:cubicBezTo>
                        <a:lnTo>
                          <a:pt x="21600" y="13522"/>
                        </a:lnTo>
                        <a:cubicBezTo>
                          <a:pt x="17893" y="3695"/>
                          <a:pt x="8947" y="-1936"/>
                          <a:pt x="0" y="611"/>
                        </a:cubicBezTo>
                        <a:cubicBezTo>
                          <a:pt x="0" y="611"/>
                          <a:pt x="0" y="611"/>
                          <a:pt x="0" y="611"/>
                        </a:cubicBezTo>
                        <a:lnTo>
                          <a:pt x="2706" y="14837"/>
                        </a:lnTo>
                        <a:cubicBezTo>
                          <a:pt x="2706" y="14837"/>
                          <a:pt x="2706" y="14837"/>
                          <a:pt x="2706" y="14837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60"/>
                      <a:buFont typeface="Calibri"/>
                      <a:buNone/>
                    </a:pPr>
                    <a:r>
                      <a:t/>
                    </a:r>
                    <a:endParaRPr b="0" i="0" sz="1459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6" name="Google Shape;346;p3"/>
                <p:cNvGrpSpPr/>
                <p:nvPr/>
              </p:nvGrpSpPr>
              <p:grpSpPr>
                <a:xfrm>
                  <a:off x="521355" y="0"/>
                  <a:ext cx="575993" cy="507005"/>
                  <a:chOff x="-1" y="0"/>
                  <a:chExt cx="575993" cy="507005"/>
                </a:xfrm>
              </p:grpSpPr>
              <p:sp>
                <p:nvSpPr>
                  <p:cNvPr id="347" name="Google Shape;347;p3"/>
                  <p:cNvSpPr/>
                  <p:nvPr/>
                </p:nvSpPr>
                <p:spPr>
                  <a:xfrm>
                    <a:off x="64487" y="369108"/>
                    <a:ext cx="511505" cy="137897"/>
                  </a:xfrm>
                  <a:custGeom>
                    <a:rect b="b" l="l" r="r" t="t"/>
                    <a:pathLst>
                      <a:path extrusionOk="0" h="20651" w="21093">
                        <a:moveTo>
                          <a:pt x="20499" y="54"/>
                        </a:moveTo>
                        <a:lnTo>
                          <a:pt x="371" y="17075"/>
                        </a:lnTo>
                        <a:cubicBezTo>
                          <a:pt x="-253" y="17603"/>
                          <a:pt x="-28" y="21126"/>
                          <a:pt x="596" y="20598"/>
                        </a:cubicBezTo>
                        <a:lnTo>
                          <a:pt x="20723" y="3577"/>
                        </a:lnTo>
                        <a:cubicBezTo>
                          <a:pt x="21347" y="3049"/>
                          <a:pt x="21122" y="-474"/>
                          <a:pt x="20499" y="54"/>
                        </a:cubicBezTo>
                        <a:close/>
                      </a:path>
                    </a:pathLst>
                  </a:custGeom>
                  <a:solidFill>
                    <a:srgbClr val="3A19A4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60"/>
                      <a:buFont typeface="Calibri"/>
                      <a:buNone/>
                    </a:pPr>
                    <a:r>
                      <a:t/>
                    </a:r>
                    <a:endParaRPr b="0" i="0" sz="1459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8" name="Google Shape;348;p3"/>
                  <p:cNvSpPr/>
                  <p:nvPr/>
                </p:nvSpPr>
                <p:spPr>
                  <a:xfrm>
                    <a:off x="43012" y="276862"/>
                    <a:ext cx="511505" cy="137904"/>
                  </a:xfrm>
                  <a:custGeom>
                    <a:rect b="b" l="l" r="r" t="t"/>
                    <a:pathLst>
                      <a:path extrusionOk="0" h="20652" w="21093">
                        <a:moveTo>
                          <a:pt x="20499" y="54"/>
                        </a:moveTo>
                        <a:lnTo>
                          <a:pt x="371" y="17075"/>
                        </a:lnTo>
                        <a:cubicBezTo>
                          <a:pt x="-253" y="17603"/>
                          <a:pt x="-28" y="21126"/>
                          <a:pt x="596" y="20598"/>
                        </a:cubicBezTo>
                        <a:lnTo>
                          <a:pt x="20723" y="3577"/>
                        </a:lnTo>
                        <a:cubicBezTo>
                          <a:pt x="21347" y="3040"/>
                          <a:pt x="21122" y="-474"/>
                          <a:pt x="20499" y="54"/>
                        </a:cubicBezTo>
                        <a:close/>
                      </a:path>
                    </a:pathLst>
                  </a:custGeom>
                  <a:solidFill>
                    <a:srgbClr val="3A19A4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60"/>
                      <a:buFont typeface="Calibri"/>
                      <a:buNone/>
                    </a:pPr>
                    <a:r>
                      <a:t/>
                    </a:r>
                    <a:endParaRPr b="0" i="0" sz="1459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" name="Google Shape;349;p3"/>
                  <p:cNvSpPr/>
                  <p:nvPr/>
                </p:nvSpPr>
                <p:spPr>
                  <a:xfrm>
                    <a:off x="21539" y="184553"/>
                    <a:ext cx="511505" cy="137897"/>
                  </a:xfrm>
                  <a:custGeom>
                    <a:rect b="b" l="l" r="r" t="t"/>
                    <a:pathLst>
                      <a:path extrusionOk="0" h="20651" w="21093">
                        <a:moveTo>
                          <a:pt x="20499" y="54"/>
                        </a:moveTo>
                        <a:lnTo>
                          <a:pt x="371" y="17075"/>
                        </a:lnTo>
                        <a:cubicBezTo>
                          <a:pt x="-253" y="17603"/>
                          <a:pt x="-28" y="21126"/>
                          <a:pt x="596" y="20598"/>
                        </a:cubicBezTo>
                        <a:lnTo>
                          <a:pt x="20723" y="3577"/>
                        </a:lnTo>
                        <a:cubicBezTo>
                          <a:pt x="21347" y="3049"/>
                          <a:pt x="21122" y="-474"/>
                          <a:pt x="20499" y="54"/>
                        </a:cubicBezTo>
                        <a:close/>
                      </a:path>
                    </a:pathLst>
                  </a:custGeom>
                  <a:solidFill>
                    <a:srgbClr val="3A19A4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60"/>
                      <a:buFont typeface="Calibri"/>
                      <a:buNone/>
                    </a:pPr>
                    <a:r>
                      <a:t/>
                    </a:r>
                    <a:endParaRPr b="0" i="0" sz="1459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" name="Google Shape;350;p3"/>
                  <p:cNvSpPr/>
                  <p:nvPr/>
                </p:nvSpPr>
                <p:spPr>
                  <a:xfrm>
                    <a:off x="-1" y="92310"/>
                    <a:ext cx="511534" cy="137897"/>
                  </a:xfrm>
                  <a:custGeom>
                    <a:rect b="b" l="l" r="r" t="t"/>
                    <a:pathLst>
                      <a:path extrusionOk="0" h="20651" w="21092">
                        <a:moveTo>
                          <a:pt x="20496" y="54"/>
                        </a:moveTo>
                        <a:lnTo>
                          <a:pt x="371" y="17075"/>
                        </a:lnTo>
                        <a:cubicBezTo>
                          <a:pt x="-253" y="17603"/>
                          <a:pt x="-28" y="21126"/>
                          <a:pt x="595" y="20598"/>
                        </a:cubicBezTo>
                        <a:lnTo>
                          <a:pt x="20721" y="3577"/>
                        </a:lnTo>
                        <a:cubicBezTo>
                          <a:pt x="21347" y="3049"/>
                          <a:pt x="21122" y="-474"/>
                          <a:pt x="20496" y="54"/>
                        </a:cubicBezTo>
                        <a:close/>
                      </a:path>
                    </a:pathLst>
                  </a:custGeom>
                  <a:solidFill>
                    <a:srgbClr val="3A19A4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60"/>
                      <a:buFont typeface="Calibri"/>
                      <a:buNone/>
                    </a:pPr>
                    <a:r>
                      <a:t/>
                    </a:r>
                    <a:endParaRPr b="0" i="0" sz="1459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1" name="Google Shape;351;p3"/>
                  <p:cNvSpPr/>
                  <p:nvPr/>
                </p:nvSpPr>
                <p:spPr>
                  <a:xfrm>
                    <a:off x="189746" y="0"/>
                    <a:ext cx="300304" cy="88708"/>
                  </a:xfrm>
                  <a:custGeom>
                    <a:rect b="b" l="l" r="r" t="t"/>
                    <a:pathLst>
                      <a:path extrusionOk="0" h="20161" w="20750">
                        <a:moveTo>
                          <a:pt x="19749" y="81"/>
                        </a:moveTo>
                        <a:lnTo>
                          <a:pt x="620" y="14734"/>
                        </a:lnTo>
                        <a:cubicBezTo>
                          <a:pt x="-425" y="15535"/>
                          <a:pt x="-49" y="20880"/>
                          <a:pt x="997" y="20079"/>
                        </a:cubicBezTo>
                        <a:lnTo>
                          <a:pt x="20125" y="5427"/>
                        </a:lnTo>
                        <a:cubicBezTo>
                          <a:pt x="21175" y="4625"/>
                          <a:pt x="20799" y="-720"/>
                          <a:pt x="19749" y="81"/>
                        </a:cubicBezTo>
                        <a:close/>
                      </a:path>
                    </a:pathLst>
                  </a:custGeom>
                  <a:solidFill>
                    <a:srgbClr val="3A19A4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60"/>
                      <a:buFont typeface="Calibri"/>
                      <a:buNone/>
                    </a:pPr>
                    <a:r>
                      <a:t/>
                    </a:r>
                    <a:endParaRPr b="0" i="0" sz="1459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52" name="Google Shape;352;p3"/>
              <p:cNvGrpSpPr/>
              <p:nvPr/>
            </p:nvGrpSpPr>
            <p:grpSpPr>
              <a:xfrm>
                <a:off x="339366" y="1139314"/>
                <a:ext cx="699104" cy="531900"/>
                <a:chOff x="0" y="-4"/>
                <a:chExt cx="699104" cy="531900"/>
              </a:xfrm>
            </p:grpSpPr>
            <p:sp>
              <p:nvSpPr>
                <p:cNvPr id="353" name="Google Shape;353;p3"/>
                <p:cNvSpPr/>
                <p:nvPr/>
              </p:nvSpPr>
              <p:spPr>
                <a:xfrm rot="-787158">
                  <a:off x="57616" y="6086"/>
                  <a:ext cx="113667" cy="519720"/>
                </a:xfrm>
                <a:prstGeom prst="rect">
                  <a:avLst/>
                </a:prstGeom>
                <a:solidFill>
                  <a:srgbClr val="3A19A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0"/>
                    <a:buFont typeface="Calibri"/>
                    <a:buNone/>
                  </a:pPr>
                  <a:r>
                    <a:t/>
                  </a:r>
                  <a:endParaRPr b="0" i="0" sz="1459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" name="Google Shape;354;p3"/>
                <p:cNvSpPr/>
                <p:nvPr/>
              </p:nvSpPr>
              <p:spPr>
                <a:xfrm rot="-787158">
                  <a:off x="241096" y="203100"/>
                  <a:ext cx="113667" cy="28307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0"/>
                    <a:buFont typeface="Calibri"/>
                    <a:buNone/>
                  </a:pPr>
                  <a:r>
                    <a:t/>
                  </a:r>
                  <a:endParaRPr b="0" i="0" sz="1459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" name="Google Shape;355;p3"/>
                <p:cNvSpPr/>
                <p:nvPr/>
              </p:nvSpPr>
              <p:spPr>
                <a:xfrm rot="-787158">
                  <a:off x="383111" y="36867"/>
                  <a:ext cx="113667" cy="41464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0"/>
                    <a:buFont typeface="Calibri"/>
                    <a:buNone/>
                  </a:pPr>
                  <a:r>
                    <a:t/>
                  </a:r>
                  <a:endParaRPr b="0" i="0" sz="1459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3"/>
                <p:cNvSpPr/>
                <p:nvPr/>
              </p:nvSpPr>
              <p:spPr>
                <a:xfrm rot="-787158">
                  <a:off x="569670" y="259814"/>
                  <a:ext cx="113667" cy="151286"/>
                </a:xfrm>
                <a:prstGeom prst="rect">
                  <a:avLst/>
                </a:prstGeom>
                <a:solidFill>
                  <a:srgbClr val="4C067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0"/>
                    <a:buFont typeface="Calibri"/>
                    <a:buNone/>
                  </a:pPr>
                  <a:r>
                    <a:t/>
                  </a:r>
                  <a:endParaRPr b="0" i="0" sz="1459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7" name="Google Shape;357;p3"/>
              <p:cNvGrpSpPr/>
              <p:nvPr/>
            </p:nvGrpSpPr>
            <p:grpSpPr>
              <a:xfrm>
                <a:off x="1030308" y="917296"/>
                <a:ext cx="474107" cy="604118"/>
                <a:chOff x="-1" y="-1"/>
                <a:chExt cx="474107" cy="604118"/>
              </a:xfrm>
            </p:grpSpPr>
            <p:sp>
              <p:nvSpPr>
                <p:cNvPr id="358" name="Google Shape;358;p3"/>
                <p:cNvSpPr/>
                <p:nvPr/>
              </p:nvSpPr>
              <p:spPr>
                <a:xfrm>
                  <a:off x="84552" y="-1"/>
                  <a:ext cx="272168" cy="74607"/>
                </a:xfrm>
                <a:custGeom>
                  <a:rect b="b" l="l" r="r" t="t"/>
                  <a:pathLst>
                    <a:path extrusionOk="0" h="20553" w="21029">
                      <a:moveTo>
                        <a:pt x="20358" y="60"/>
                      </a:moveTo>
                      <a:lnTo>
                        <a:pt x="417" y="16609"/>
                      </a:lnTo>
                      <a:cubicBezTo>
                        <a:pt x="-286" y="17191"/>
                        <a:pt x="-33" y="21077"/>
                        <a:pt x="670" y="20494"/>
                      </a:cubicBezTo>
                      <a:lnTo>
                        <a:pt x="20611" y="3945"/>
                      </a:lnTo>
                      <a:cubicBezTo>
                        <a:pt x="21314" y="3363"/>
                        <a:pt x="21061" y="-523"/>
                        <a:pt x="20358" y="60"/>
                      </a:cubicBezTo>
                      <a:close/>
                    </a:path>
                  </a:pathLst>
                </a:custGeom>
                <a:solidFill>
                  <a:srgbClr val="3A19A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0"/>
                    <a:buFont typeface="Calibri"/>
                    <a:buNone/>
                  </a:pPr>
                  <a:r>
                    <a:t/>
                  </a:r>
                  <a:endParaRPr b="0" i="0" sz="1459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59;p3"/>
                <p:cNvSpPr/>
                <p:nvPr/>
              </p:nvSpPr>
              <p:spPr>
                <a:xfrm>
                  <a:off x="-1" y="100834"/>
                  <a:ext cx="380166" cy="99774"/>
                </a:xfrm>
                <a:custGeom>
                  <a:rect b="b" l="l" r="r" t="t"/>
                  <a:pathLst>
                    <a:path extrusionOk="0" h="20808" w="21188">
                      <a:moveTo>
                        <a:pt x="20705" y="45"/>
                      </a:moveTo>
                      <a:lnTo>
                        <a:pt x="301" y="17822"/>
                      </a:lnTo>
                      <a:cubicBezTo>
                        <a:pt x="-206" y="18263"/>
                        <a:pt x="-24" y="21204"/>
                        <a:pt x="484" y="20763"/>
                      </a:cubicBezTo>
                      <a:lnTo>
                        <a:pt x="20887" y="2986"/>
                      </a:lnTo>
                      <a:cubicBezTo>
                        <a:pt x="21394" y="2545"/>
                        <a:pt x="21212" y="-396"/>
                        <a:pt x="20705" y="45"/>
                      </a:cubicBezTo>
                      <a:close/>
                    </a:path>
                  </a:pathLst>
                </a:custGeom>
                <a:solidFill>
                  <a:srgbClr val="3A19A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0"/>
                    <a:buFont typeface="Calibri"/>
                    <a:buNone/>
                  </a:pPr>
                  <a:r>
                    <a:t/>
                  </a:r>
                  <a:endParaRPr b="0" i="0" sz="1459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3"/>
                <p:cNvSpPr/>
                <p:nvPr/>
              </p:nvSpPr>
              <p:spPr>
                <a:xfrm>
                  <a:off x="23527" y="201733"/>
                  <a:ext cx="380131" cy="99774"/>
                </a:xfrm>
                <a:custGeom>
                  <a:rect b="b" l="l" r="r" t="t"/>
                  <a:pathLst>
                    <a:path extrusionOk="0" h="20808" w="21189">
                      <a:moveTo>
                        <a:pt x="20708" y="45"/>
                      </a:moveTo>
                      <a:lnTo>
                        <a:pt x="301" y="17822"/>
                      </a:lnTo>
                      <a:cubicBezTo>
                        <a:pt x="-206" y="18263"/>
                        <a:pt x="-24" y="21204"/>
                        <a:pt x="484" y="20763"/>
                      </a:cubicBezTo>
                      <a:lnTo>
                        <a:pt x="20890" y="2986"/>
                      </a:lnTo>
                      <a:cubicBezTo>
                        <a:pt x="21394" y="2545"/>
                        <a:pt x="21212" y="-396"/>
                        <a:pt x="20708" y="45"/>
                      </a:cubicBezTo>
                      <a:close/>
                    </a:path>
                  </a:pathLst>
                </a:custGeom>
                <a:solidFill>
                  <a:srgbClr val="3A19A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0"/>
                    <a:buFont typeface="Calibri"/>
                    <a:buNone/>
                  </a:pPr>
                  <a:r>
                    <a:t/>
                  </a:r>
                  <a:endParaRPr b="0" i="0" sz="1459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" name="Google Shape;361;p3"/>
                <p:cNvSpPr/>
                <p:nvPr/>
              </p:nvSpPr>
              <p:spPr>
                <a:xfrm>
                  <a:off x="46988" y="302566"/>
                  <a:ext cx="380166" cy="99774"/>
                </a:xfrm>
                <a:custGeom>
                  <a:rect b="b" l="l" r="r" t="t"/>
                  <a:pathLst>
                    <a:path extrusionOk="0" h="20808" w="21188">
                      <a:moveTo>
                        <a:pt x="20705" y="45"/>
                      </a:moveTo>
                      <a:lnTo>
                        <a:pt x="301" y="17822"/>
                      </a:lnTo>
                      <a:cubicBezTo>
                        <a:pt x="-206" y="18263"/>
                        <a:pt x="-24" y="21204"/>
                        <a:pt x="484" y="20763"/>
                      </a:cubicBezTo>
                      <a:lnTo>
                        <a:pt x="20887" y="2986"/>
                      </a:lnTo>
                      <a:cubicBezTo>
                        <a:pt x="21394" y="2545"/>
                        <a:pt x="21212" y="-396"/>
                        <a:pt x="20705" y="45"/>
                      </a:cubicBezTo>
                      <a:close/>
                    </a:path>
                  </a:pathLst>
                </a:custGeom>
                <a:solidFill>
                  <a:srgbClr val="3A19A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0"/>
                    <a:buFont typeface="Calibri"/>
                    <a:buNone/>
                  </a:pPr>
                  <a:r>
                    <a:t/>
                  </a:r>
                  <a:endParaRPr b="0" i="0" sz="1459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" name="Google Shape;362;p3"/>
                <p:cNvSpPr/>
                <p:nvPr/>
              </p:nvSpPr>
              <p:spPr>
                <a:xfrm>
                  <a:off x="70450" y="403401"/>
                  <a:ext cx="380166" cy="99774"/>
                </a:xfrm>
                <a:custGeom>
                  <a:rect b="b" l="l" r="r" t="t"/>
                  <a:pathLst>
                    <a:path extrusionOk="0" h="20808" w="21188">
                      <a:moveTo>
                        <a:pt x="20705" y="45"/>
                      </a:moveTo>
                      <a:lnTo>
                        <a:pt x="301" y="17822"/>
                      </a:lnTo>
                      <a:cubicBezTo>
                        <a:pt x="-206" y="18263"/>
                        <a:pt x="-24" y="21204"/>
                        <a:pt x="484" y="20763"/>
                      </a:cubicBezTo>
                      <a:lnTo>
                        <a:pt x="20887" y="2986"/>
                      </a:lnTo>
                      <a:cubicBezTo>
                        <a:pt x="21394" y="2545"/>
                        <a:pt x="21212" y="-396"/>
                        <a:pt x="20705" y="45"/>
                      </a:cubicBezTo>
                      <a:close/>
                    </a:path>
                  </a:pathLst>
                </a:custGeom>
                <a:solidFill>
                  <a:srgbClr val="3A19A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0"/>
                    <a:buFont typeface="Calibri"/>
                    <a:buNone/>
                  </a:pPr>
                  <a:r>
                    <a:t/>
                  </a:r>
                  <a:endParaRPr b="0" i="0" sz="1459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" name="Google Shape;363;p3"/>
                <p:cNvSpPr/>
                <p:nvPr/>
              </p:nvSpPr>
              <p:spPr>
                <a:xfrm>
                  <a:off x="93975" y="504291"/>
                  <a:ext cx="380131" cy="99826"/>
                </a:xfrm>
                <a:custGeom>
                  <a:rect b="b" l="l" r="r" t="t"/>
                  <a:pathLst>
                    <a:path extrusionOk="0" h="20797" w="21189">
                      <a:moveTo>
                        <a:pt x="20708" y="47"/>
                      </a:moveTo>
                      <a:lnTo>
                        <a:pt x="301" y="17813"/>
                      </a:lnTo>
                      <a:cubicBezTo>
                        <a:pt x="-206" y="18254"/>
                        <a:pt x="-24" y="21193"/>
                        <a:pt x="484" y="20752"/>
                      </a:cubicBezTo>
                      <a:lnTo>
                        <a:pt x="20890" y="2986"/>
                      </a:lnTo>
                      <a:cubicBezTo>
                        <a:pt x="21394" y="2545"/>
                        <a:pt x="21212" y="-407"/>
                        <a:pt x="20708" y="47"/>
                      </a:cubicBezTo>
                      <a:close/>
                    </a:path>
                  </a:pathLst>
                </a:custGeom>
                <a:solidFill>
                  <a:srgbClr val="3A19A4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0"/>
                    <a:buFont typeface="Calibri"/>
                    <a:buNone/>
                  </a:pPr>
                  <a:r>
                    <a:t/>
                  </a:r>
                  <a:endParaRPr b="0" i="0" sz="1459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4" name="Google Shape;364;p3"/>
              <p:cNvSpPr/>
              <p:nvPr/>
            </p:nvSpPr>
            <p:spPr>
              <a:xfrm>
                <a:off x="1309824" y="1458353"/>
                <a:ext cx="319410" cy="359100"/>
              </a:xfrm>
              <a:custGeom>
                <a:rect b="b" l="l" r="r" t="t"/>
                <a:pathLst>
                  <a:path extrusionOk="0" h="21600" w="21600">
                    <a:moveTo>
                      <a:pt x="21600" y="0"/>
                    </a:moveTo>
                    <a:cubicBezTo>
                      <a:pt x="11218" y="8471"/>
                      <a:pt x="0" y="11791"/>
                      <a:pt x="0" y="11791"/>
                    </a:cubicBezTo>
                    <a:cubicBezTo>
                      <a:pt x="7161" y="16294"/>
                      <a:pt x="7248" y="21600"/>
                      <a:pt x="7248" y="21600"/>
                    </a:cubicBezTo>
                    <a:cubicBezTo>
                      <a:pt x="7248" y="21600"/>
                      <a:pt x="15930" y="14035"/>
                      <a:pt x="21600" y="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0"/>
                  <a:buFont typeface="Calibri"/>
                  <a:buNone/>
                </a:pPr>
                <a:r>
                  <a:t/>
                </a:r>
                <a:endParaRPr b="0" i="0" sz="145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5" name="Google Shape;365;p3"/>
            <p:cNvSpPr/>
            <p:nvPr/>
          </p:nvSpPr>
          <p:spPr>
            <a:xfrm>
              <a:off x="1074559" y="120611"/>
              <a:ext cx="793384" cy="356601"/>
            </a:xfrm>
            <a:custGeom>
              <a:rect b="b" l="l" r="r" t="t"/>
              <a:pathLst>
                <a:path extrusionOk="0" h="21026" w="21339">
                  <a:moveTo>
                    <a:pt x="20317" y="11736"/>
                  </a:moveTo>
                  <a:lnTo>
                    <a:pt x="2260" y="20950"/>
                  </a:lnTo>
                  <a:cubicBezTo>
                    <a:pt x="1550" y="21313"/>
                    <a:pt x="838" y="20342"/>
                    <a:pt x="672" y="18785"/>
                  </a:cubicBezTo>
                  <a:lnTo>
                    <a:pt x="35" y="12771"/>
                  </a:lnTo>
                  <a:cubicBezTo>
                    <a:pt x="-131" y="11214"/>
                    <a:pt x="312" y="9653"/>
                    <a:pt x="1022" y="9290"/>
                  </a:cubicBezTo>
                  <a:lnTo>
                    <a:pt x="19079" y="76"/>
                  </a:lnTo>
                  <a:cubicBezTo>
                    <a:pt x="19790" y="-287"/>
                    <a:pt x="20502" y="684"/>
                    <a:pt x="20667" y="2242"/>
                  </a:cubicBezTo>
                  <a:lnTo>
                    <a:pt x="21305" y="8255"/>
                  </a:lnTo>
                  <a:cubicBezTo>
                    <a:pt x="21469" y="9812"/>
                    <a:pt x="21026" y="11373"/>
                    <a:pt x="20317" y="11736"/>
                  </a:cubicBezTo>
                  <a:close/>
                  <a:moveTo>
                    <a:pt x="1150" y="10504"/>
                  </a:moveTo>
                  <a:cubicBezTo>
                    <a:pt x="745" y="10711"/>
                    <a:pt x="491" y="11600"/>
                    <a:pt x="586" y="12488"/>
                  </a:cubicBezTo>
                  <a:lnTo>
                    <a:pt x="1226" y="18501"/>
                  </a:lnTo>
                  <a:cubicBezTo>
                    <a:pt x="1321" y="19389"/>
                    <a:pt x="1726" y="19945"/>
                    <a:pt x="2131" y="19737"/>
                  </a:cubicBezTo>
                  <a:lnTo>
                    <a:pt x="20188" y="10522"/>
                  </a:lnTo>
                  <a:cubicBezTo>
                    <a:pt x="20593" y="10315"/>
                    <a:pt x="20847" y="9426"/>
                    <a:pt x="20752" y="8538"/>
                  </a:cubicBezTo>
                  <a:lnTo>
                    <a:pt x="20112" y="2525"/>
                  </a:lnTo>
                  <a:cubicBezTo>
                    <a:pt x="20017" y="1637"/>
                    <a:pt x="19612" y="1081"/>
                    <a:pt x="19207" y="1289"/>
                  </a:cubicBezTo>
                  <a:lnTo>
                    <a:pt x="1150" y="10504"/>
                  </a:lnTo>
                  <a:close/>
                </a:path>
              </a:pathLst>
            </a:custGeom>
            <a:solidFill>
              <a:srgbClr val="3A19A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0"/>
                <a:buFont typeface="Calibri"/>
                <a:buNone/>
              </a:pPr>
              <a:r>
                <a:t/>
              </a:r>
              <a:endParaRPr b="0" i="0" sz="14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1117912" y="56227"/>
              <a:ext cx="670672" cy="330470"/>
            </a:xfrm>
            <a:custGeom>
              <a:rect b="b" l="l" r="r" t="t"/>
              <a:pathLst>
                <a:path extrusionOk="0" h="21086" w="21342">
                  <a:moveTo>
                    <a:pt x="18874" y="67"/>
                  </a:moveTo>
                  <a:lnTo>
                    <a:pt x="1003" y="8411"/>
                  </a:lnTo>
                  <a:cubicBezTo>
                    <a:pt x="306" y="8738"/>
                    <a:pt x="-129" y="10137"/>
                    <a:pt x="34" y="11536"/>
                  </a:cubicBezTo>
                  <a:lnTo>
                    <a:pt x="909" y="19074"/>
                  </a:lnTo>
                  <a:cubicBezTo>
                    <a:pt x="1072" y="20473"/>
                    <a:pt x="1770" y="21344"/>
                    <a:pt x="2468" y="21017"/>
                  </a:cubicBezTo>
                  <a:lnTo>
                    <a:pt x="20339" y="12673"/>
                  </a:lnTo>
                  <a:cubicBezTo>
                    <a:pt x="21037" y="12346"/>
                    <a:pt x="21471" y="10947"/>
                    <a:pt x="21308" y="9548"/>
                  </a:cubicBezTo>
                  <a:lnTo>
                    <a:pt x="20433" y="2010"/>
                  </a:lnTo>
                  <a:cubicBezTo>
                    <a:pt x="20270" y="611"/>
                    <a:pt x="19572" y="-256"/>
                    <a:pt x="18874" y="6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0"/>
                <a:buFont typeface="Calibri"/>
                <a:buNone/>
              </a:pPr>
              <a:r>
                <a:t/>
              </a:r>
              <a:endParaRPr b="0" i="0" sz="14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833858" y="1345250"/>
              <a:ext cx="664425" cy="1099977"/>
            </a:xfrm>
            <a:custGeom>
              <a:rect b="b" l="l" r="r" t="t"/>
              <a:pathLst>
                <a:path extrusionOk="0" h="21565" w="21546">
                  <a:moveTo>
                    <a:pt x="20910" y="855"/>
                  </a:moveTo>
                  <a:cubicBezTo>
                    <a:pt x="20428" y="353"/>
                    <a:pt x="19525" y="-35"/>
                    <a:pt x="18567" y="3"/>
                  </a:cubicBezTo>
                  <a:cubicBezTo>
                    <a:pt x="17846" y="30"/>
                    <a:pt x="17193" y="292"/>
                    <a:pt x="16717" y="621"/>
                  </a:cubicBezTo>
                  <a:cubicBezTo>
                    <a:pt x="16241" y="950"/>
                    <a:pt x="15917" y="1346"/>
                    <a:pt x="15584" y="1736"/>
                  </a:cubicBezTo>
                  <a:cubicBezTo>
                    <a:pt x="12959" y="4811"/>
                    <a:pt x="9664" y="7678"/>
                    <a:pt x="5812" y="10237"/>
                  </a:cubicBezTo>
                  <a:lnTo>
                    <a:pt x="0" y="21565"/>
                  </a:lnTo>
                  <a:lnTo>
                    <a:pt x="13364" y="20830"/>
                  </a:lnTo>
                  <a:cubicBezTo>
                    <a:pt x="13364" y="20830"/>
                    <a:pt x="15663" y="16784"/>
                    <a:pt x="14988" y="13107"/>
                  </a:cubicBezTo>
                  <a:cubicBezTo>
                    <a:pt x="14773" y="11943"/>
                    <a:pt x="15634" y="10798"/>
                    <a:pt x="16651" y="9802"/>
                  </a:cubicBezTo>
                  <a:cubicBezTo>
                    <a:pt x="17665" y="8804"/>
                    <a:pt x="18916" y="7895"/>
                    <a:pt x="19831" y="6863"/>
                  </a:cubicBezTo>
                  <a:cubicBezTo>
                    <a:pt x="21006" y="5541"/>
                    <a:pt x="21600" y="4034"/>
                    <a:pt x="21542" y="2534"/>
                  </a:cubicBezTo>
                  <a:cubicBezTo>
                    <a:pt x="21521" y="1953"/>
                    <a:pt x="21392" y="1356"/>
                    <a:pt x="20910" y="855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0"/>
                <a:buFont typeface="Calibri"/>
                <a:buNone/>
              </a:pPr>
              <a:r>
                <a:t/>
              </a:r>
              <a:endParaRPr b="0" i="0" sz="14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8" name="Google Shape;368;p3"/>
            <p:cNvGrpSpPr/>
            <p:nvPr/>
          </p:nvGrpSpPr>
          <p:grpSpPr>
            <a:xfrm>
              <a:off x="853416" y="1385522"/>
              <a:ext cx="606566" cy="1092351"/>
              <a:chOff x="-1" y="-1"/>
              <a:chExt cx="606566" cy="1092351"/>
            </a:xfrm>
          </p:grpSpPr>
          <p:sp>
            <p:nvSpPr>
              <p:cNvPr id="369" name="Google Shape;369;p3"/>
              <p:cNvSpPr/>
              <p:nvPr/>
            </p:nvSpPr>
            <p:spPr>
              <a:xfrm>
                <a:off x="432367" y="-1"/>
                <a:ext cx="174198" cy="160388"/>
              </a:xfrm>
              <a:custGeom>
                <a:rect b="b" l="l" r="r" t="t"/>
                <a:pathLst>
                  <a:path extrusionOk="0" h="21007" w="21013">
                    <a:moveTo>
                      <a:pt x="31" y="16100"/>
                    </a:moveTo>
                    <a:cubicBezTo>
                      <a:pt x="851" y="18559"/>
                      <a:pt x="3263" y="19382"/>
                      <a:pt x="5344" y="20121"/>
                    </a:cubicBezTo>
                    <a:cubicBezTo>
                      <a:pt x="7594" y="20927"/>
                      <a:pt x="10069" y="21506"/>
                      <a:pt x="12320" y="20381"/>
                    </a:cubicBezTo>
                    <a:cubicBezTo>
                      <a:pt x="14237" y="19416"/>
                      <a:pt x="15467" y="17342"/>
                      <a:pt x="16550" y="15470"/>
                    </a:cubicBezTo>
                    <a:cubicBezTo>
                      <a:pt x="17803" y="13296"/>
                      <a:pt x="18893" y="11013"/>
                      <a:pt x="19798" y="8654"/>
                    </a:cubicBezTo>
                    <a:cubicBezTo>
                      <a:pt x="20772" y="6127"/>
                      <a:pt x="21507" y="3205"/>
                      <a:pt x="20602" y="527"/>
                    </a:cubicBezTo>
                    <a:cubicBezTo>
                      <a:pt x="20486" y="175"/>
                      <a:pt x="20154" y="-94"/>
                      <a:pt x="19798" y="32"/>
                    </a:cubicBezTo>
                    <a:cubicBezTo>
                      <a:pt x="19481" y="141"/>
                      <a:pt x="19218" y="536"/>
                      <a:pt x="19342" y="905"/>
                    </a:cubicBezTo>
                    <a:cubicBezTo>
                      <a:pt x="19705" y="1980"/>
                      <a:pt x="19767" y="2962"/>
                      <a:pt x="19651" y="4120"/>
                    </a:cubicBezTo>
                    <a:cubicBezTo>
                      <a:pt x="19550" y="5119"/>
                      <a:pt x="19218" y="6337"/>
                      <a:pt x="18862" y="7369"/>
                    </a:cubicBezTo>
                    <a:cubicBezTo>
                      <a:pt x="18661" y="7948"/>
                      <a:pt x="18491" y="8385"/>
                      <a:pt x="18267" y="8931"/>
                    </a:cubicBezTo>
                    <a:cubicBezTo>
                      <a:pt x="18050" y="9468"/>
                      <a:pt x="17818" y="9997"/>
                      <a:pt x="17578" y="10517"/>
                    </a:cubicBezTo>
                    <a:cubicBezTo>
                      <a:pt x="17091" y="11592"/>
                      <a:pt x="16565" y="12649"/>
                      <a:pt x="16008" y="13674"/>
                    </a:cubicBezTo>
                    <a:cubicBezTo>
                      <a:pt x="15475" y="14656"/>
                      <a:pt x="14918" y="15630"/>
                      <a:pt x="14307" y="16553"/>
                    </a:cubicBezTo>
                    <a:cubicBezTo>
                      <a:pt x="14044" y="16948"/>
                      <a:pt x="13797" y="17292"/>
                      <a:pt x="13441" y="17695"/>
                    </a:cubicBezTo>
                    <a:cubicBezTo>
                      <a:pt x="13294" y="17871"/>
                      <a:pt x="13131" y="18039"/>
                      <a:pt x="12969" y="18198"/>
                    </a:cubicBezTo>
                    <a:cubicBezTo>
                      <a:pt x="12768" y="18400"/>
                      <a:pt x="12660" y="18484"/>
                      <a:pt x="12490" y="18618"/>
                    </a:cubicBezTo>
                    <a:cubicBezTo>
                      <a:pt x="12080" y="18929"/>
                      <a:pt x="11685" y="19155"/>
                      <a:pt x="11268" y="19306"/>
                    </a:cubicBezTo>
                    <a:cubicBezTo>
                      <a:pt x="10757" y="19491"/>
                      <a:pt x="10363" y="19558"/>
                      <a:pt x="9876" y="19583"/>
                    </a:cubicBezTo>
                    <a:cubicBezTo>
                      <a:pt x="8770" y="19642"/>
                      <a:pt x="7819" y="19441"/>
                      <a:pt x="6743" y="19105"/>
                    </a:cubicBezTo>
                    <a:cubicBezTo>
                      <a:pt x="6133" y="18912"/>
                      <a:pt x="5537" y="18694"/>
                      <a:pt x="4934" y="18475"/>
                    </a:cubicBezTo>
                    <a:cubicBezTo>
                      <a:pt x="4385" y="18274"/>
                      <a:pt x="3836" y="18072"/>
                      <a:pt x="3356" y="17821"/>
                    </a:cubicBezTo>
                    <a:cubicBezTo>
                      <a:pt x="3093" y="17686"/>
                      <a:pt x="2838" y="17535"/>
                      <a:pt x="2598" y="17367"/>
                    </a:cubicBezTo>
                    <a:cubicBezTo>
                      <a:pt x="2544" y="17325"/>
                      <a:pt x="2490" y="17292"/>
                      <a:pt x="2436" y="17250"/>
                    </a:cubicBezTo>
                    <a:cubicBezTo>
                      <a:pt x="2421" y="17241"/>
                      <a:pt x="2274" y="17124"/>
                      <a:pt x="2366" y="17191"/>
                    </a:cubicBezTo>
                    <a:cubicBezTo>
                      <a:pt x="2258" y="17099"/>
                      <a:pt x="2150" y="16998"/>
                      <a:pt x="2049" y="16897"/>
                    </a:cubicBezTo>
                    <a:cubicBezTo>
                      <a:pt x="1957" y="16805"/>
                      <a:pt x="1864" y="16704"/>
                      <a:pt x="1779" y="16603"/>
                    </a:cubicBezTo>
                    <a:cubicBezTo>
                      <a:pt x="1740" y="16561"/>
                      <a:pt x="1709" y="16519"/>
                      <a:pt x="1678" y="16469"/>
                    </a:cubicBezTo>
                    <a:cubicBezTo>
                      <a:pt x="1632" y="16402"/>
                      <a:pt x="1624" y="16393"/>
                      <a:pt x="1663" y="16452"/>
                    </a:cubicBezTo>
                    <a:cubicBezTo>
                      <a:pt x="1647" y="16427"/>
                      <a:pt x="1624" y="16393"/>
                      <a:pt x="1609" y="16368"/>
                    </a:cubicBezTo>
                    <a:cubicBezTo>
                      <a:pt x="1539" y="16259"/>
                      <a:pt x="1469" y="16142"/>
                      <a:pt x="1407" y="16016"/>
                    </a:cubicBezTo>
                    <a:cubicBezTo>
                      <a:pt x="1384" y="15965"/>
                      <a:pt x="1361" y="15915"/>
                      <a:pt x="1338" y="15865"/>
                    </a:cubicBezTo>
                    <a:cubicBezTo>
                      <a:pt x="1307" y="15789"/>
                      <a:pt x="1299" y="15781"/>
                      <a:pt x="1330" y="15848"/>
                    </a:cubicBezTo>
                    <a:cubicBezTo>
                      <a:pt x="1315" y="15806"/>
                      <a:pt x="1299" y="15764"/>
                      <a:pt x="1284" y="15722"/>
                    </a:cubicBezTo>
                    <a:cubicBezTo>
                      <a:pt x="1168" y="15369"/>
                      <a:pt x="835" y="15101"/>
                      <a:pt x="479" y="15227"/>
                    </a:cubicBezTo>
                    <a:cubicBezTo>
                      <a:pt x="170" y="15336"/>
                      <a:pt x="-93" y="15722"/>
                      <a:pt x="31" y="1610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0"/>
                  <a:buFont typeface="Calibri"/>
                  <a:buNone/>
                </a:pPr>
                <a:r>
                  <a:t/>
                </a:r>
                <a:endParaRPr b="0" i="0" sz="145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363306" y="240645"/>
                <a:ext cx="83816" cy="37131"/>
              </a:xfrm>
              <a:custGeom>
                <a:rect b="b" l="l" r="r" t="t"/>
                <a:pathLst>
                  <a:path extrusionOk="0" h="21157" w="21300">
                    <a:moveTo>
                      <a:pt x="398" y="5327"/>
                    </a:moveTo>
                    <a:cubicBezTo>
                      <a:pt x="4258" y="14720"/>
                      <a:pt x="9764" y="20312"/>
                      <a:pt x="15433" y="21079"/>
                    </a:cubicBezTo>
                    <a:cubicBezTo>
                      <a:pt x="17062" y="21299"/>
                      <a:pt x="18675" y="21043"/>
                      <a:pt x="20287" y="20459"/>
                    </a:cubicBezTo>
                    <a:cubicBezTo>
                      <a:pt x="21004" y="20202"/>
                      <a:pt x="21460" y="18119"/>
                      <a:pt x="21248" y="16657"/>
                    </a:cubicBezTo>
                    <a:cubicBezTo>
                      <a:pt x="21004" y="14903"/>
                      <a:pt x="20320" y="14209"/>
                      <a:pt x="19554" y="14501"/>
                    </a:cubicBezTo>
                    <a:cubicBezTo>
                      <a:pt x="19392" y="14574"/>
                      <a:pt x="19245" y="14611"/>
                      <a:pt x="19082" y="14647"/>
                    </a:cubicBezTo>
                    <a:cubicBezTo>
                      <a:pt x="18919" y="14684"/>
                      <a:pt x="19082" y="14647"/>
                      <a:pt x="19114" y="14647"/>
                    </a:cubicBezTo>
                    <a:cubicBezTo>
                      <a:pt x="19033" y="14684"/>
                      <a:pt x="18935" y="14684"/>
                      <a:pt x="18854" y="14720"/>
                    </a:cubicBezTo>
                    <a:cubicBezTo>
                      <a:pt x="18528" y="14793"/>
                      <a:pt x="18186" y="14866"/>
                      <a:pt x="17844" y="14903"/>
                    </a:cubicBezTo>
                    <a:cubicBezTo>
                      <a:pt x="17192" y="14976"/>
                      <a:pt x="16541" y="15013"/>
                      <a:pt x="15905" y="14939"/>
                    </a:cubicBezTo>
                    <a:cubicBezTo>
                      <a:pt x="15286" y="14903"/>
                      <a:pt x="14651" y="14756"/>
                      <a:pt x="14032" y="14574"/>
                    </a:cubicBezTo>
                    <a:cubicBezTo>
                      <a:pt x="14293" y="14647"/>
                      <a:pt x="13788" y="14501"/>
                      <a:pt x="13739" y="14464"/>
                    </a:cubicBezTo>
                    <a:cubicBezTo>
                      <a:pt x="13608" y="14428"/>
                      <a:pt x="13478" y="14354"/>
                      <a:pt x="13348" y="14318"/>
                    </a:cubicBezTo>
                    <a:cubicBezTo>
                      <a:pt x="13022" y="14172"/>
                      <a:pt x="12696" y="14026"/>
                      <a:pt x="12354" y="13843"/>
                    </a:cubicBezTo>
                    <a:cubicBezTo>
                      <a:pt x="11719" y="13514"/>
                      <a:pt x="11100" y="13112"/>
                      <a:pt x="10481" y="12673"/>
                    </a:cubicBezTo>
                    <a:cubicBezTo>
                      <a:pt x="10188" y="12454"/>
                      <a:pt x="9894" y="12235"/>
                      <a:pt x="9602" y="11980"/>
                    </a:cubicBezTo>
                    <a:cubicBezTo>
                      <a:pt x="9455" y="11870"/>
                      <a:pt x="9308" y="11723"/>
                      <a:pt x="9162" y="11577"/>
                    </a:cubicBezTo>
                    <a:cubicBezTo>
                      <a:pt x="9096" y="11504"/>
                      <a:pt x="9031" y="11468"/>
                      <a:pt x="8982" y="11394"/>
                    </a:cubicBezTo>
                    <a:cubicBezTo>
                      <a:pt x="9194" y="11577"/>
                      <a:pt x="8917" y="11321"/>
                      <a:pt x="8884" y="11285"/>
                    </a:cubicBezTo>
                    <a:cubicBezTo>
                      <a:pt x="7712" y="10115"/>
                      <a:pt x="6604" y="8726"/>
                      <a:pt x="5545" y="7118"/>
                    </a:cubicBezTo>
                    <a:cubicBezTo>
                      <a:pt x="5399" y="6899"/>
                      <a:pt x="5252" y="6643"/>
                      <a:pt x="5105" y="6424"/>
                    </a:cubicBezTo>
                    <a:cubicBezTo>
                      <a:pt x="5040" y="6314"/>
                      <a:pt x="4959" y="6204"/>
                      <a:pt x="4894" y="6059"/>
                    </a:cubicBezTo>
                    <a:cubicBezTo>
                      <a:pt x="4877" y="6022"/>
                      <a:pt x="4601" y="5547"/>
                      <a:pt x="4714" y="5765"/>
                    </a:cubicBezTo>
                    <a:cubicBezTo>
                      <a:pt x="4812" y="5949"/>
                      <a:pt x="4649" y="5657"/>
                      <a:pt x="4649" y="5620"/>
                    </a:cubicBezTo>
                    <a:cubicBezTo>
                      <a:pt x="4568" y="5473"/>
                      <a:pt x="4470" y="5290"/>
                      <a:pt x="4389" y="5145"/>
                    </a:cubicBezTo>
                    <a:cubicBezTo>
                      <a:pt x="4258" y="4888"/>
                      <a:pt x="4112" y="4633"/>
                      <a:pt x="3982" y="4378"/>
                    </a:cubicBezTo>
                    <a:cubicBezTo>
                      <a:pt x="3427" y="3281"/>
                      <a:pt x="2890" y="2112"/>
                      <a:pt x="2402" y="905"/>
                    </a:cubicBezTo>
                    <a:cubicBezTo>
                      <a:pt x="1913" y="-301"/>
                      <a:pt x="935" y="-301"/>
                      <a:pt x="446" y="905"/>
                    </a:cubicBezTo>
                    <a:cubicBezTo>
                      <a:pt x="-140" y="2220"/>
                      <a:pt x="-140" y="4048"/>
                      <a:pt x="398" y="5327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0"/>
                  <a:buFont typeface="Calibri"/>
                  <a:buNone/>
                </a:pPr>
                <a:r>
                  <a:t/>
                </a:r>
                <a:endParaRPr b="0" i="0" sz="145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390449" y="237253"/>
                <a:ext cx="35909" cy="20734"/>
              </a:xfrm>
              <a:custGeom>
                <a:rect b="b" l="l" r="r" t="t"/>
                <a:pathLst>
                  <a:path extrusionOk="0" h="20377" w="20938">
                    <a:moveTo>
                      <a:pt x="1530" y="9804"/>
                    </a:moveTo>
                    <a:cubicBezTo>
                      <a:pt x="6427" y="14211"/>
                      <a:pt x="11620" y="17737"/>
                      <a:pt x="16965" y="20193"/>
                    </a:cubicBezTo>
                    <a:cubicBezTo>
                      <a:pt x="18572" y="20949"/>
                      <a:pt x="20478" y="19311"/>
                      <a:pt x="20851" y="16478"/>
                    </a:cubicBezTo>
                    <a:cubicBezTo>
                      <a:pt x="21225" y="13645"/>
                      <a:pt x="20366" y="10686"/>
                      <a:pt x="18647" y="9930"/>
                    </a:cubicBezTo>
                    <a:cubicBezTo>
                      <a:pt x="16143" y="8796"/>
                      <a:pt x="13676" y="7410"/>
                      <a:pt x="11247" y="5836"/>
                    </a:cubicBezTo>
                    <a:cubicBezTo>
                      <a:pt x="10948" y="5647"/>
                      <a:pt x="10650" y="5457"/>
                      <a:pt x="10388" y="5270"/>
                    </a:cubicBezTo>
                    <a:cubicBezTo>
                      <a:pt x="10275" y="5207"/>
                      <a:pt x="10126" y="5080"/>
                      <a:pt x="10014" y="5017"/>
                    </a:cubicBezTo>
                    <a:cubicBezTo>
                      <a:pt x="10350" y="5270"/>
                      <a:pt x="10350" y="5270"/>
                      <a:pt x="10014" y="5017"/>
                    </a:cubicBezTo>
                    <a:cubicBezTo>
                      <a:pt x="9453" y="4577"/>
                      <a:pt x="8855" y="4135"/>
                      <a:pt x="8295" y="3695"/>
                    </a:cubicBezTo>
                    <a:cubicBezTo>
                      <a:pt x="7061" y="2750"/>
                      <a:pt x="5866" y="1742"/>
                      <a:pt x="4707" y="673"/>
                    </a:cubicBezTo>
                    <a:cubicBezTo>
                      <a:pt x="3250" y="-651"/>
                      <a:pt x="1194" y="-22"/>
                      <a:pt x="372" y="2561"/>
                    </a:cubicBezTo>
                    <a:cubicBezTo>
                      <a:pt x="-375" y="5017"/>
                      <a:pt x="-1" y="8419"/>
                      <a:pt x="1530" y="9804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0"/>
                  <a:buFont typeface="Calibri"/>
                  <a:buNone/>
                </a:pPr>
                <a:r>
                  <a:t/>
                </a:r>
                <a:endParaRPr b="0" i="0" sz="145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325364" y="638865"/>
                <a:ext cx="128229" cy="453485"/>
              </a:xfrm>
              <a:custGeom>
                <a:rect b="b" l="l" r="r" t="t"/>
                <a:pathLst>
                  <a:path extrusionOk="0" h="21533" w="21336">
                    <a:moveTo>
                      <a:pt x="18542" y="324"/>
                    </a:moveTo>
                    <a:cubicBezTo>
                      <a:pt x="19267" y="1736"/>
                      <a:pt x="19587" y="3164"/>
                      <a:pt x="19523" y="4592"/>
                    </a:cubicBezTo>
                    <a:cubicBezTo>
                      <a:pt x="19470" y="6019"/>
                      <a:pt x="19033" y="7444"/>
                      <a:pt x="18222" y="8853"/>
                    </a:cubicBezTo>
                    <a:cubicBezTo>
                      <a:pt x="17400" y="10275"/>
                      <a:pt x="16216" y="11675"/>
                      <a:pt x="14670" y="13045"/>
                    </a:cubicBezTo>
                    <a:cubicBezTo>
                      <a:pt x="13134" y="14405"/>
                      <a:pt x="11246" y="15730"/>
                      <a:pt x="9016" y="17008"/>
                    </a:cubicBezTo>
                    <a:cubicBezTo>
                      <a:pt x="6766" y="18296"/>
                      <a:pt x="4174" y="19535"/>
                      <a:pt x="1251" y="20706"/>
                    </a:cubicBezTo>
                    <a:cubicBezTo>
                      <a:pt x="888" y="20853"/>
                      <a:pt x="515" y="20999"/>
                      <a:pt x="131" y="21145"/>
                    </a:cubicBezTo>
                    <a:cubicBezTo>
                      <a:pt x="-157" y="21257"/>
                      <a:pt x="67" y="21434"/>
                      <a:pt x="451" y="21498"/>
                    </a:cubicBezTo>
                    <a:cubicBezTo>
                      <a:pt x="910" y="21574"/>
                      <a:pt x="1400" y="21516"/>
                      <a:pt x="1688" y="21407"/>
                    </a:cubicBezTo>
                    <a:cubicBezTo>
                      <a:pt x="4728" y="20235"/>
                      <a:pt x="7438" y="18999"/>
                      <a:pt x="9795" y="17705"/>
                    </a:cubicBezTo>
                    <a:cubicBezTo>
                      <a:pt x="12163" y="16408"/>
                      <a:pt x="14179" y="15063"/>
                      <a:pt x="15832" y="13681"/>
                    </a:cubicBezTo>
                    <a:cubicBezTo>
                      <a:pt x="17475" y="12308"/>
                      <a:pt x="18766" y="10899"/>
                      <a:pt x="19672" y="9474"/>
                    </a:cubicBezTo>
                    <a:cubicBezTo>
                      <a:pt x="20590" y="8031"/>
                      <a:pt x="21145" y="6567"/>
                      <a:pt x="21294" y="5100"/>
                    </a:cubicBezTo>
                    <a:cubicBezTo>
                      <a:pt x="21443" y="3651"/>
                      <a:pt x="21198" y="2196"/>
                      <a:pt x="20558" y="759"/>
                    </a:cubicBezTo>
                    <a:cubicBezTo>
                      <a:pt x="20473" y="568"/>
                      <a:pt x="20376" y="379"/>
                      <a:pt x="20280" y="187"/>
                    </a:cubicBezTo>
                    <a:cubicBezTo>
                      <a:pt x="20206" y="50"/>
                      <a:pt x="19598" y="-26"/>
                      <a:pt x="19171" y="7"/>
                    </a:cubicBezTo>
                    <a:cubicBezTo>
                      <a:pt x="18649" y="47"/>
                      <a:pt x="18467" y="187"/>
                      <a:pt x="18542" y="324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0"/>
                  <a:buFont typeface="Calibri"/>
                  <a:buNone/>
                </a:pPr>
                <a:r>
                  <a:t/>
                </a:r>
                <a:endParaRPr b="0" i="0" sz="145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3"/>
              <p:cNvSpPr/>
              <p:nvPr/>
            </p:nvSpPr>
            <p:spPr>
              <a:xfrm>
                <a:off x="27940" y="415289"/>
                <a:ext cx="183730" cy="162175"/>
              </a:xfrm>
              <a:custGeom>
                <a:rect b="b" l="l" r="r" t="t"/>
                <a:pathLst>
                  <a:path extrusionOk="0" h="21388" w="21395">
                    <a:moveTo>
                      <a:pt x="20204" y="350"/>
                    </a:moveTo>
                    <a:cubicBezTo>
                      <a:pt x="19943" y="747"/>
                      <a:pt x="19742" y="1034"/>
                      <a:pt x="19451" y="1449"/>
                    </a:cubicBezTo>
                    <a:cubicBezTo>
                      <a:pt x="19174" y="1837"/>
                      <a:pt x="18898" y="2226"/>
                      <a:pt x="18622" y="2615"/>
                    </a:cubicBezTo>
                    <a:cubicBezTo>
                      <a:pt x="18077" y="3368"/>
                      <a:pt x="17517" y="4103"/>
                      <a:pt x="16943" y="4830"/>
                    </a:cubicBezTo>
                    <a:cubicBezTo>
                      <a:pt x="15786" y="6301"/>
                      <a:pt x="14569" y="7722"/>
                      <a:pt x="13315" y="9083"/>
                    </a:cubicBezTo>
                    <a:cubicBezTo>
                      <a:pt x="12061" y="10444"/>
                      <a:pt x="10755" y="11754"/>
                      <a:pt x="9404" y="13005"/>
                    </a:cubicBezTo>
                    <a:cubicBezTo>
                      <a:pt x="8068" y="14239"/>
                      <a:pt x="6755" y="15364"/>
                      <a:pt x="5307" y="16497"/>
                    </a:cubicBezTo>
                    <a:cubicBezTo>
                      <a:pt x="3687" y="17765"/>
                      <a:pt x="2023" y="18957"/>
                      <a:pt x="314" y="20056"/>
                    </a:cubicBezTo>
                    <a:cubicBezTo>
                      <a:pt x="22" y="20242"/>
                      <a:pt x="-97" y="20715"/>
                      <a:pt x="90" y="21036"/>
                    </a:cubicBezTo>
                    <a:cubicBezTo>
                      <a:pt x="276" y="21366"/>
                      <a:pt x="649" y="21493"/>
                      <a:pt x="955" y="21290"/>
                    </a:cubicBezTo>
                    <a:cubicBezTo>
                      <a:pt x="4045" y="19295"/>
                      <a:pt x="6994" y="17012"/>
                      <a:pt x="9770" y="14493"/>
                    </a:cubicBezTo>
                    <a:cubicBezTo>
                      <a:pt x="12517" y="11999"/>
                      <a:pt x="15084" y="9269"/>
                      <a:pt x="17450" y="6326"/>
                    </a:cubicBezTo>
                    <a:cubicBezTo>
                      <a:pt x="18801" y="4644"/>
                      <a:pt x="20085" y="2886"/>
                      <a:pt x="21302" y="1077"/>
                    </a:cubicBezTo>
                    <a:cubicBezTo>
                      <a:pt x="21503" y="781"/>
                      <a:pt x="21354" y="265"/>
                      <a:pt x="21078" y="96"/>
                    </a:cubicBezTo>
                    <a:cubicBezTo>
                      <a:pt x="20734" y="-107"/>
                      <a:pt x="20421" y="28"/>
                      <a:pt x="20204" y="350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0"/>
                  <a:buFont typeface="Calibri"/>
                  <a:buNone/>
                </a:pPr>
                <a:r>
                  <a:t/>
                </a:r>
                <a:endParaRPr b="0" i="0" sz="145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-1" y="464457"/>
                <a:ext cx="125202" cy="49390"/>
              </a:xfrm>
              <a:custGeom>
                <a:rect b="b" l="l" r="r" t="t"/>
                <a:pathLst>
                  <a:path extrusionOk="0" h="21152" w="21457">
                    <a:moveTo>
                      <a:pt x="20533" y="16504"/>
                    </a:moveTo>
                    <a:cubicBezTo>
                      <a:pt x="19215" y="16175"/>
                      <a:pt x="18017" y="15736"/>
                      <a:pt x="16655" y="15077"/>
                    </a:cubicBezTo>
                    <a:cubicBezTo>
                      <a:pt x="15358" y="14446"/>
                      <a:pt x="14073" y="13677"/>
                      <a:pt x="12798" y="12772"/>
                    </a:cubicBezTo>
                    <a:cubicBezTo>
                      <a:pt x="10216" y="10932"/>
                      <a:pt x="7788" y="8655"/>
                      <a:pt x="5426" y="5800"/>
                    </a:cubicBezTo>
                    <a:cubicBezTo>
                      <a:pt x="4053" y="4126"/>
                      <a:pt x="2702" y="2315"/>
                      <a:pt x="1394" y="311"/>
                    </a:cubicBezTo>
                    <a:cubicBezTo>
                      <a:pt x="977" y="-320"/>
                      <a:pt x="351" y="37"/>
                      <a:pt x="120" y="1134"/>
                    </a:cubicBezTo>
                    <a:cubicBezTo>
                      <a:pt x="-122" y="2260"/>
                      <a:pt x="10" y="3632"/>
                      <a:pt x="449" y="4318"/>
                    </a:cubicBezTo>
                    <a:cubicBezTo>
                      <a:pt x="5163" y="11509"/>
                      <a:pt x="10381" y="16641"/>
                      <a:pt x="15787" y="19358"/>
                    </a:cubicBezTo>
                    <a:cubicBezTo>
                      <a:pt x="17347" y="20154"/>
                      <a:pt x="18929" y="20731"/>
                      <a:pt x="20522" y="21142"/>
                    </a:cubicBezTo>
                    <a:cubicBezTo>
                      <a:pt x="21005" y="21280"/>
                      <a:pt x="21478" y="19989"/>
                      <a:pt x="21456" y="18810"/>
                    </a:cubicBezTo>
                    <a:cubicBezTo>
                      <a:pt x="21445" y="17465"/>
                      <a:pt x="21060" y="16641"/>
                      <a:pt x="20533" y="16504"/>
                    </a:cubicBezTo>
                    <a:close/>
                  </a:path>
                </a:pathLst>
              </a:custGeom>
              <a:solidFill>
                <a:srgbClr val="3A19A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0"/>
                  <a:buFont typeface="Calibri"/>
                  <a:buNone/>
                </a:pPr>
                <a:r>
                  <a:t/>
                </a:r>
                <a:endParaRPr b="0" i="0" sz="1459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5" name="Google Shape;375;p3"/>
          <p:cNvSpPr txBox="1"/>
          <p:nvPr>
            <p:ph idx="1" type="body"/>
          </p:nvPr>
        </p:nvSpPr>
        <p:spPr>
          <a:xfrm>
            <a:off x="3215450" y="3167250"/>
            <a:ext cx="43449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93400"/>
              <a:buFont typeface="Helvetica Neue"/>
              <a:buNone/>
            </a:pPr>
            <a:r>
              <a:rPr b="1" lang="en-US" sz="1638">
                <a:solidFill>
                  <a:schemeClr val="accent4"/>
                </a:solidFill>
                <a:latin typeface="Krub"/>
                <a:ea typeface="Krub"/>
                <a:cs typeface="Krub"/>
                <a:sym typeface="Krub"/>
              </a:rPr>
              <a:t>03. Chosen Persona and Pricing Model</a:t>
            </a:r>
            <a:endParaRPr sz="1308"/>
          </a:p>
        </p:txBody>
      </p:sp>
      <p:sp>
        <p:nvSpPr>
          <p:cNvPr id="376" name="Google Shape;376;p3"/>
          <p:cNvSpPr txBox="1"/>
          <p:nvPr/>
        </p:nvSpPr>
        <p:spPr>
          <a:xfrm>
            <a:off x="3553025" y="3691375"/>
            <a:ext cx="36309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Food</a:t>
            </a:r>
            <a:r>
              <a:rPr b="1" lang="en-U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Delivery Partners - Zomato / Swiggy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●"/>
            </a:pPr>
            <a:r>
              <a:rPr b="1" lang="en-US" sz="11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Weekly tiers: ₹49 · ₹99 · ₹149, Dynamic, AI-adjusted each week</a:t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"/>
          <p:cNvSpPr txBox="1"/>
          <p:nvPr>
            <p:ph type="title"/>
          </p:nvPr>
        </p:nvSpPr>
        <p:spPr>
          <a:xfrm>
            <a:off x="796199" y="445025"/>
            <a:ext cx="7200901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Krub"/>
              <a:buNone/>
            </a:pPr>
            <a:r>
              <a:rPr lang="en-US" sz="2325">
                <a:solidFill>
                  <a:schemeClr val="accent4"/>
                </a:solidFill>
              </a:rPr>
              <a:t>Part 1: Server Side AI engine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82" name="Google Shape;382;p4"/>
          <p:cNvSpPr txBox="1"/>
          <p:nvPr>
            <p:ph idx="1" type="body"/>
          </p:nvPr>
        </p:nvSpPr>
        <p:spPr>
          <a:xfrm>
            <a:off x="832250" y="1104200"/>
            <a:ext cx="4142100" cy="33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Shallow LSTM (2-Layer) </a:t>
            </a:r>
            <a:endParaRPr b="1">
              <a:solidFill>
                <a:schemeClr val="accen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solidFill>
                  <a:srgbClr val="FFFFFF"/>
                </a:solidFill>
              </a:rPr>
              <a:t>Always on trigger classifier. Processes 12hr weather &amp; AQI time series through Input→Forget→Output gates. Binary output: TRIGGER / NO TRIGGER in &lt;200ms.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Deep RNN (4-Layer)</a:t>
            </a:r>
            <a:endParaRPr b="1">
              <a:solidFill>
                <a:schemeClr val="accen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solidFill>
                  <a:srgbClr val="FFFFFF"/>
                </a:solidFill>
              </a:rPr>
              <a:t> Invoked on trigger only. Handles: (A) weekly premium forecasting via 52 week zone history, (B) fraud sequence detection on 60 day behavioral patterns, (C) earnings recovery projections.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AWS Deployment </a:t>
            </a:r>
            <a:endParaRPr b="1">
              <a:solidFill>
                <a:schemeClr val="accen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ML training on AWS SageMaker → model served via EC2 with auto-scaling → training data stored in S3 → system health monitored via CloudWatch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83" name="Google Shape;38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175" y="445025"/>
            <a:ext cx="1955450" cy="41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"/>
          <p:cNvSpPr txBox="1"/>
          <p:nvPr>
            <p:ph idx="1" type="body"/>
          </p:nvPr>
        </p:nvSpPr>
        <p:spPr>
          <a:xfrm>
            <a:off x="3720350" y="964100"/>
            <a:ext cx="4527300" cy="35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Mobile First Progressive Web</a:t>
            </a: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App 9 AI powered features. Accessible on any Android device via browser  no app download required. Shareable via WhatsApp URL.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	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Priority Disruption Alerts &amp; Renewal Reminders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Custom Coverage Zones (K-Means clustering) 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Payout History Filter &amp; Policy Manager 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Earnings Recovery Plan (post-disruption) 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Weekly Disruption Infoletter (WhatsApp share) 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Post-Disruption Smart Recommendations 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Quick Payout Status Widget 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Natural Language Claim Inquiry (Hindi + EN) 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b="1"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Income Protection Analytics Dashboard</a:t>
            </a:r>
            <a:endParaRPr b="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9" name="Google Shape;389;p5"/>
          <p:cNvSpPr txBox="1"/>
          <p:nvPr>
            <p:ph type="title"/>
          </p:nvPr>
        </p:nvSpPr>
        <p:spPr>
          <a:xfrm>
            <a:off x="3350574" y="4474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Krub"/>
              <a:buNone/>
            </a:pPr>
            <a:r>
              <a:rPr lang="en-US" sz="2325">
                <a:solidFill>
                  <a:schemeClr val="accent4"/>
                </a:solidFill>
              </a:rPr>
              <a:t>PART 2 — HustlerCore Worker App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390" name="Google Shape;39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75" y="83725"/>
            <a:ext cx="3182500" cy="49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8"/>
          <p:cNvSpPr txBox="1"/>
          <p:nvPr>
            <p:ph idx="1" type="body"/>
          </p:nvPr>
        </p:nvSpPr>
        <p:spPr>
          <a:xfrm>
            <a:off x="691150" y="411050"/>
            <a:ext cx="3522300" cy="3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-US" sz="125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Feature 01 - Priority Disruption Alerts &amp; Renewal Reminders</a:t>
            </a:r>
            <a:endParaRPr sz="103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-US" sz="95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b="1" lang="en-US" sz="952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Shallow LSTM</a:t>
            </a:r>
            <a:r>
              <a:rPr b="1" lang="en-US" sz="95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continuously monitors weather, AQI and civic feeds. When a disruption threshold reaches </a:t>
            </a:r>
            <a:r>
              <a:rPr b="1" lang="en-US" sz="952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80%,</a:t>
            </a:r>
            <a:r>
              <a:rPr b="1" lang="en-US" sz="95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it grades the event as Minor, Moderate or Severe and pushes an instant </a:t>
            </a:r>
            <a:r>
              <a:rPr b="1" lang="en-US" sz="952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priority alert</a:t>
            </a:r>
            <a:r>
              <a:rPr b="1" lang="en-US" sz="95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to the worker's phone.                    </a:t>
            </a:r>
            <a:endParaRPr b="1" sz="95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-US" sz="95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Renewal reminders are timed 6 hours before a high-probability disruption event, sourced from the Deep </a:t>
            </a:r>
            <a:r>
              <a:rPr b="1" lang="en-US" sz="95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RNN</a:t>
            </a:r>
            <a:r>
              <a:rPr b="1" lang="en-US" sz="95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n-US" sz="952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7-day</a:t>
            </a:r>
            <a:r>
              <a:rPr b="1" lang="en-US" sz="952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zone forecast.</a:t>
            </a:r>
            <a:endParaRPr b="1" sz="95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b="1" sz="952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151"/>
              <a:buNone/>
            </a:pPr>
            <a:r>
              <a:rPr b="1" lang="en-US" sz="125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Feature 02  - AI-Generated Earnings Recovery Plan</a:t>
            </a:r>
            <a:endParaRPr b="1" sz="125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51"/>
              <a:buNone/>
            </a:pPr>
            <a:r>
              <a:t/>
            </a:r>
            <a:endParaRPr b="1" sz="1250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21"/>
              <a:buNone/>
            </a:pPr>
            <a:r>
              <a:rPr b="1" lang="en-US" sz="9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After every payout event, the </a:t>
            </a:r>
            <a:r>
              <a:rPr b="1" lang="en-US" sz="952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Deep RNN</a:t>
            </a:r>
            <a:r>
              <a:rPr b="1" lang="en-US" sz="9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generates a personalized recovery plan covering projected days to earn back lost income, peak demand zones still operating in the city, and optimal delivery hours for the next 48 hours. </a:t>
            </a:r>
            <a:endParaRPr b="1" sz="95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21"/>
              <a:buNone/>
            </a:pPr>
            <a:r>
              <a:rPr b="1" lang="en-US" sz="9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7-day </a:t>
            </a:r>
            <a:r>
              <a:rPr b="1" lang="en-US" sz="952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forward earnings</a:t>
            </a:r>
            <a:r>
              <a:rPr b="1" lang="en-US" sz="9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protection score also advises whether upgrading the current plan is recommended, turning HusterCore into an active financial planning tool.</a:t>
            </a:r>
            <a:endParaRPr b="1" sz="952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96" name="Google Shape;396;p8"/>
          <p:cNvPicPr preferRelativeResize="0"/>
          <p:nvPr/>
        </p:nvPicPr>
        <p:blipFill rotWithShape="1">
          <a:blip r:embed="rId3">
            <a:alphaModFix/>
          </a:blip>
          <a:srcRect b="0" l="0" r="0" t="21538"/>
          <a:stretch/>
        </p:blipFill>
        <p:spPr>
          <a:xfrm>
            <a:off x="4079000" y="291350"/>
            <a:ext cx="4963126" cy="17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8"/>
          <p:cNvPicPr preferRelativeResize="0"/>
          <p:nvPr/>
        </p:nvPicPr>
        <p:blipFill rotWithShape="1">
          <a:blip r:embed="rId4">
            <a:alphaModFix/>
          </a:blip>
          <a:srcRect b="0" l="0" r="0" t="18613"/>
          <a:stretch/>
        </p:blipFill>
        <p:spPr>
          <a:xfrm>
            <a:off x="4332250" y="2655773"/>
            <a:ext cx="4625752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9"/>
          <p:cNvGrpSpPr/>
          <p:nvPr/>
        </p:nvGrpSpPr>
        <p:grpSpPr>
          <a:xfrm>
            <a:off x="8172468" y="670812"/>
            <a:ext cx="59103" cy="547728"/>
            <a:chOff x="-1" y="-1"/>
            <a:chExt cx="59102" cy="547727"/>
          </a:xfrm>
        </p:grpSpPr>
        <p:sp>
          <p:nvSpPr>
            <p:cNvPr id="403" name="Google Shape;403;p9"/>
            <p:cNvSpPr/>
            <p:nvPr/>
          </p:nvSpPr>
          <p:spPr>
            <a:xfrm>
              <a:off x="-1" y="-1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-1" y="162874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-1" y="325749"/>
              <a:ext cx="59102" cy="59102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-1" y="488625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descr="Google Shape;1915;p28" id="407" name="Google Shape;407;p9"/>
          <p:cNvPicPr preferRelativeResize="0"/>
          <p:nvPr/>
        </p:nvPicPr>
        <p:blipFill rotWithShape="1">
          <a:blip r:embed="rId3">
            <a:alphaModFix/>
          </a:blip>
          <a:srcRect b="5956" l="0" r="0" t="4868"/>
          <a:stretch/>
        </p:blipFill>
        <p:spPr>
          <a:xfrm>
            <a:off x="4921675" y="670825"/>
            <a:ext cx="3146876" cy="16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9"/>
          <p:cNvSpPr txBox="1"/>
          <p:nvPr>
            <p:ph idx="1" type="body"/>
          </p:nvPr>
        </p:nvSpPr>
        <p:spPr>
          <a:xfrm>
            <a:off x="866499" y="598499"/>
            <a:ext cx="3789902" cy="21072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Feature 03 - Weekly Disruption Infoletter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Every Monday, HustlerCore </a:t>
            </a:r>
            <a:r>
              <a:rPr b="1" lang="en-US" sz="11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auto-generates</a:t>
            </a: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 personalized Infoletter for each worker covering disruption events in their zone, total payouts credited, income protected versus income lost, and a next-week </a:t>
            </a:r>
            <a:r>
              <a:rPr b="1" lang="en-US" sz="11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forecast</a:t>
            </a: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powered by the Deep RNN. </a:t>
            </a:r>
            <a:endParaRPr b="1" sz="11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Workers can share their Infoletter via WhatsApp, making it a credible and </a:t>
            </a:r>
            <a:r>
              <a:rPr b="1" lang="en-US" sz="11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zero-cost acquisition</a:t>
            </a: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channel for </a:t>
            </a: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HustlerCore</a:t>
            </a: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9" name="Google Shape;409;p9"/>
          <p:cNvSpPr txBox="1"/>
          <p:nvPr/>
        </p:nvSpPr>
        <p:spPr>
          <a:xfrm>
            <a:off x="4634213" y="2770125"/>
            <a:ext cx="37218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lnSpcReduction="1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DM Sans"/>
              <a:buNone/>
            </a:pPr>
            <a:r>
              <a:rPr b="1" lang="en-US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Feature 04 - Natural Language Claim Inquiry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Workers can ask free-text questions about their payouts and policy in plain </a:t>
            </a:r>
            <a:r>
              <a:rPr b="1" lang="en-US" sz="11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Hindi or English</a:t>
            </a: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with no menus or forms required. Powered by a fine-tuned </a:t>
            </a:r>
            <a:r>
              <a:rPr b="1" lang="en-US" sz="11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DistilBERT</a:t>
            </a: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model, the engine clearly explains why a </a:t>
            </a:r>
            <a:r>
              <a:rPr b="1" lang="en-US" sz="11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payout</a:t>
            </a: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was or was not triggered, reducing worker confusion and building trust in the platform.</a:t>
            </a:r>
            <a:endParaRPr b="1" sz="11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M Sans Medium"/>
              <a:buNone/>
            </a:pPr>
            <a:r>
              <a:t/>
            </a:r>
            <a:endParaRPr sz="1100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id="410" name="Google Shape;410;p9"/>
          <p:cNvPicPr preferRelativeResize="0"/>
          <p:nvPr/>
        </p:nvPicPr>
        <p:blipFill rotWithShape="1">
          <a:blip r:embed="rId4">
            <a:alphaModFix/>
          </a:blip>
          <a:srcRect b="0" l="0" r="0" t="17492"/>
          <a:stretch/>
        </p:blipFill>
        <p:spPr>
          <a:xfrm>
            <a:off x="4846800" y="347375"/>
            <a:ext cx="4185126" cy="203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9"/>
          <p:cNvPicPr preferRelativeResize="0"/>
          <p:nvPr/>
        </p:nvPicPr>
        <p:blipFill rotWithShape="1">
          <a:blip r:embed="rId5">
            <a:alphaModFix/>
          </a:blip>
          <a:srcRect b="0" l="0" r="0" t="16367"/>
          <a:stretch/>
        </p:blipFill>
        <p:spPr>
          <a:xfrm>
            <a:off x="134550" y="2770125"/>
            <a:ext cx="4329101" cy="220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"/>
          <p:cNvSpPr txBox="1"/>
          <p:nvPr>
            <p:ph idx="1" type="body"/>
          </p:nvPr>
        </p:nvSpPr>
        <p:spPr>
          <a:xfrm>
            <a:off x="948300" y="670825"/>
            <a:ext cx="3721200" cy="4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-US" sz="15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Feature 05 - </a:t>
            </a:r>
            <a:r>
              <a:rPr b="1" lang="en-US" sz="1500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Income Protection Analytics Dashboard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system provides workers with a comprehensive dashboard that displays earnings protected versus baseline, along with a zone-specific disruption heatmap, enabling better understanding of coverage impact and environmental risks.</a:t>
            </a:r>
            <a:endParaRPr b="1" sz="11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It offers a premium versus payout ROI tracker and a 30-day forecast powered by the Deep RNN, helping users make informed financial decisions and anticipate future outcomes.</a:t>
            </a:r>
            <a:b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Additionally, an anonymized peer comparison feature benchmarks the value of staying covered, encouraging data-driven participation.</a:t>
            </a:r>
            <a:endParaRPr b="1" sz="11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 admin mode, the platform delivers live trigger monitoring, fraud detection queues, and model performance metrics, enabling operations teams to efficiently manage system activity and ensure reliability.</a:t>
            </a:r>
            <a:endParaRPr b="1" sz="11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417" name="Google Shape;417;p10"/>
          <p:cNvGrpSpPr/>
          <p:nvPr/>
        </p:nvGrpSpPr>
        <p:grpSpPr>
          <a:xfrm>
            <a:off x="8172468" y="670812"/>
            <a:ext cx="59103" cy="547728"/>
            <a:chOff x="-1" y="-1"/>
            <a:chExt cx="59102" cy="547727"/>
          </a:xfrm>
        </p:grpSpPr>
        <p:sp>
          <p:nvSpPr>
            <p:cNvPr id="418" name="Google Shape;418;p10"/>
            <p:cNvSpPr/>
            <p:nvPr/>
          </p:nvSpPr>
          <p:spPr>
            <a:xfrm>
              <a:off x="-1" y="-1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9" name="Google Shape;419;p10"/>
            <p:cNvSpPr/>
            <p:nvPr/>
          </p:nvSpPr>
          <p:spPr>
            <a:xfrm>
              <a:off x="-1" y="162874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0" name="Google Shape;420;p10"/>
            <p:cNvSpPr/>
            <p:nvPr/>
          </p:nvSpPr>
          <p:spPr>
            <a:xfrm>
              <a:off x="-1" y="325749"/>
              <a:ext cx="59102" cy="59102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1" name="Google Shape;421;p10"/>
            <p:cNvSpPr/>
            <p:nvPr/>
          </p:nvSpPr>
          <p:spPr>
            <a:xfrm>
              <a:off x="-1" y="488625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422" name="Google Shape;422;p10"/>
          <p:cNvPicPr preferRelativeResize="0"/>
          <p:nvPr/>
        </p:nvPicPr>
        <p:blipFill rotWithShape="1">
          <a:blip r:embed="rId3">
            <a:alphaModFix/>
          </a:blip>
          <a:srcRect b="5294" l="15226" r="19733" t="0"/>
          <a:stretch/>
        </p:blipFill>
        <p:spPr>
          <a:xfrm>
            <a:off x="4972875" y="240850"/>
            <a:ext cx="2654351" cy="457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7f1a0ac1a_2_52"/>
          <p:cNvSpPr txBox="1"/>
          <p:nvPr>
            <p:ph idx="1" type="body"/>
          </p:nvPr>
        </p:nvSpPr>
        <p:spPr>
          <a:xfrm>
            <a:off x="758375" y="369800"/>
            <a:ext cx="3476100" cy="4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85"/>
              <a:buNone/>
            </a:pPr>
            <a:r>
              <a:rPr b="1" lang="en-US" sz="1485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Feature 06  - </a:t>
            </a:r>
            <a:r>
              <a:rPr b="1" lang="en-US" sz="1485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Quick Payout Status Widget</a:t>
            </a:r>
            <a:endParaRPr b="1" sz="1485">
              <a:solidFill>
                <a:schemeClr val="accent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8"/>
              <a:buNone/>
            </a:pP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 integrated home screen display which shows workers a live coverage read without accessing the app. It indicates active policy status, weekly cover and the disruption watch level of their zone color-coded directly out of the live output of the LSTM, with a green indicating clear, amber indicating high potential risk, and red indicating an active trigger with a payout processing. </a:t>
            </a:r>
            <a:endParaRPr b="1" sz="11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8"/>
              <a:buNone/>
            </a:pPr>
            <a:r>
              <a:t/>
            </a:r>
            <a:endParaRPr b="1" sz="11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88"/>
              <a:buNone/>
            </a:pPr>
            <a:r>
              <a:rPr b="1" lang="en-US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 taps, no navigation it changes itself automatically in the background.</a:t>
            </a:r>
            <a:endParaRPr b="1" sz="110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28" name="Google Shape;428;g3d7f1a0ac1a_2_52"/>
          <p:cNvGrpSpPr/>
          <p:nvPr/>
        </p:nvGrpSpPr>
        <p:grpSpPr>
          <a:xfrm>
            <a:off x="8172468" y="670812"/>
            <a:ext cx="59100" cy="547726"/>
            <a:chOff x="-1" y="-1"/>
            <a:chExt cx="59100" cy="547726"/>
          </a:xfrm>
        </p:grpSpPr>
        <p:sp>
          <p:nvSpPr>
            <p:cNvPr id="429" name="Google Shape;429;g3d7f1a0ac1a_2_52"/>
            <p:cNvSpPr/>
            <p:nvPr/>
          </p:nvSpPr>
          <p:spPr>
            <a:xfrm>
              <a:off x="-1" y="-1"/>
              <a:ext cx="59100" cy="59100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0" name="Google Shape;430;g3d7f1a0ac1a_2_52"/>
            <p:cNvSpPr/>
            <p:nvPr/>
          </p:nvSpPr>
          <p:spPr>
            <a:xfrm>
              <a:off x="-1" y="162874"/>
              <a:ext cx="59100" cy="59100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1" name="Google Shape;431;g3d7f1a0ac1a_2_52"/>
            <p:cNvSpPr/>
            <p:nvPr/>
          </p:nvSpPr>
          <p:spPr>
            <a:xfrm>
              <a:off x="-1" y="325749"/>
              <a:ext cx="59100" cy="59100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2" name="Google Shape;432;g3d7f1a0ac1a_2_52"/>
            <p:cNvSpPr/>
            <p:nvPr/>
          </p:nvSpPr>
          <p:spPr>
            <a:xfrm>
              <a:off x="-1" y="488625"/>
              <a:ext cx="59100" cy="59100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id="433" name="Google Shape;433;g3d7f1a0ac1a_2_52"/>
          <p:cNvPicPr preferRelativeResize="0"/>
          <p:nvPr/>
        </p:nvPicPr>
        <p:blipFill rotWithShape="1">
          <a:blip r:embed="rId3">
            <a:alphaModFix/>
          </a:blip>
          <a:srcRect b="0" l="0" r="0" t="16757"/>
          <a:stretch/>
        </p:blipFill>
        <p:spPr>
          <a:xfrm>
            <a:off x="4368200" y="1218550"/>
            <a:ext cx="3863376" cy="208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d7f1a0ac1a_2_87"/>
          <p:cNvSpPr txBox="1"/>
          <p:nvPr>
            <p:ph type="title"/>
          </p:nvPr>
        </p:nvSpPr>
        <p:spPr>
          <a:xfrm>
            <a:off x="719999" y="445025"/>
            <a:ext cx="7704000" cy="5727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Adversarial Defense &amp; Anti-Spoofing Strategy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39" name="Google Shape;439;g3d7f1a0ac1a_2_87"/>
          <p:cNvSpPr txBox="1"/>
          <p:nvPr>
            <p:ph idx="1" type="body"/>
          </p:nvPr>
        </p:nvSpPr>
        <p:spPr>
          <a:xfrm>
            <a:off x="835650" y="1521451"/>
            <a:ext cx="7140000" cy="572700"/>
          </a:xfrm>
          <a:prstGeom prst="rect">
            <a:avLst/>
          </a:prstGeom>
        </p:spPr>
        <p:txBody>
          <a:bodyPr anchorCtr="0" anchor="t" bIns="91400" lIns="91400" spcFirstLastPara="1" rIns="91400" wrap="square" tIns="914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Threat Context</a:t>
            </a:r>
            <a:r>
              <a:rPr lang="en-US" sz="11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: A 500-worker Telegram syndicate used GPS-spoofing apps to drain a competitor's liquidity pool in a single red-alert event. Simple GPS verification is obsolete.</a:t>
            </a:r>
            <a:endParaRPr sz="11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d7f1a0ac1a_2_87"/>
          <p:cNvSpPr txBox="1"/>
          <p:nvPr/>
        </p:nvSpPr>
        <p:spPr>
          <a:xfrm>
            <a:off x="942350" y="2016750"/>
            <a:ext cx="2369700" cy="25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</a:rPr>
              <a:t>1. The Differentiation — 7-Signal Behavioral Fingerprint</a:t>
            </a:r>
            <a:r>
              <a:rPr lang="en-US" sz="700">
                <a:solidFill>
                  <a:schemeClr val="dk1"/>
                </a:solidFill>
              </a:rPr>
              <a:t> </a:t>
            </a:r>
            <a:r>
              <a:rPr i="1" lang="en-US" sz="700">
                <a:solidFill>
                  <a:schemeClr val="dk1"/>
                </a:solidFill>
              </a:rPr>
              <a:t>A spoofer can fake GPS. They cannot fake all 7 signals at once.</a:t>
            </a:r>
            <a:endParaRPr i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US" sz="700">
                <a:solidFill>
                  <a:schemeClr val="dk1"/>
                </a:solidFill>
              </a:rPr>
              <a:t>Cell tower triangulation — pings towers near home, not the disruption zone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US" sz="700">
                <a:solidFill>
                  <a:schemeClr val="dk1"/>
                </a:solidFill>
              </a:rPr>
              <a:t>Accelerometer / IMU — home stillness pattern vs. natural sheltering movement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US" sz="700">
                <a:solidFill>
                  <a:schemeClr val="dk1"/>
                </a:solidFill>
              </a:rPr>
              <a:t>WiFi SSID — connected to home network, not roadside/unknown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US" sz="700">
                <a:solidFill>
                  <a:schemeClr val="dk1"/>
                </a:solidFill>
              </a:rPr>
              <a:t>Device health check — rooted device or mock GPS app detected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US" sz="700">
                <a:solidFill>
                  <a:schemeClr val="dk1"/>
                </a:solidFill>
              </a:rPr>
              <a:t>Platform app session — Zomato/Swiggy backgrounded or closed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US" sz="700">
                <a:solidFill>
                  <a:schemeClr val="dk1"/>
                </a:solidFill>
              </a:rPr>
              <a:t>30-day GPS history — worker never operated in the claimed zone before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-US" sz="700">
                <a:solidFill>
                  <a:schemeClr val="dk1"/>
                </a:solidFill>
              </a:rPr>
              <a:t>Claim velocity — filed within 60 sec of trigger, no prior app activity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C067A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41" name="Google Shape;441;g3d7f1a0ac1a_2_87"/>
          <p:cNvSpPr txBox="1"/>
          <p:nvPr/>
        </p:nvSpPr>
        <p:spPr>
          <a:xfrm>
            <a:off x="3312050" y="1927850"/>
            <a:ext cx="1912800" cy="24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</a:rPr>
              <a:t>2. Ring Detection — 4 Syndicate Signals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-US" sz="700">
                <a:solidFill>
                  <a:schemeClr val="dk1"/>
                </a:solidFill>
              </a:rPr>
              <a:t>Temporal clustering</a:t>
            </a:r>
            <a:r>
              <a:rPr lang="en-US" sz="700">
                <a:solidFill>
                  <a:schemeClr val="dk1"/>
                </a:solidFill>
              </a:rPr>
              <a:t> — &gt;15% of zone claimants filing within 5 min of trigger = flagged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-US" sz="700">
                <a:solidFill>
                  <a:schemeClr val="dk1"/>
                </a:solidFill>
              </a:rPr>
              <a:t>Zone saturation</a:t>
            </a:r>
            <a:r>
              <a:rPr lang="en-US" sz="700">
                <a:solidFill>
                  <a:schemeClr val="dk1"/>
                </a:solidFill>
              </a:rPr>
              <a:t> — more claimants than workers historically active in that window = flagged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-US" sz="700">
                <a:solidFill>
                  <a:schemeClr val="dk1"/>
                </a:solidFill>
              </a:rPr>
              <a:t>Social graph</a:t>
            </a:r>
            <a:r>
              <a:rPr lang="en-US" sz="700">
                <a:solidFill>
                  <a:schemeClr val="dk1"/>
                </a:solidFill>
              </a:rPr>
              <a:t> — shared contacts, same join date, overlapping device fingerprints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b="1" lang="en-US" sz="700">
                <a:solidFill>
                  <a:schemeClr val="dk1"/>
                </a:solidFill>
              </a:rPr>
              <a:t>Device anomalies</a:t>
            </a:r>
            <a:r>
              <a:rPr lang="en-US" sz="700">
                <a:solidFill>
                  <a:schemeClr val="dk1"/>
                </a:solidFill>
              </a:rPr>
              <a:t> — rooted devices, known spoofing app signatures, fake accelerometer variance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700"/>
              </a:spcAft>
              <a:buNone/>
            </a:pPr>
            <a:r>
              <a:t/>
            </a:r>
            <a:endParaRPr b="1" sz="700"/>
          </a:p>
        </p:txBody>
      </p:sp>
      <p:sp>
        <p:nvSpPr>
          <p:cNvPr id="442" name="Google Shape;442;g3d7f1a0ac1a_2_87"/>
          <p:cNvSpPr txBox="1"/>
          <p:nvPr/>
        </p:nvSpPr>
        <p:spPr>
          <a:xfrm>
            <a:off x="5224850" y="1927850"/>
            <a:ext cx="3199200" cy="27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</a:rPr>
              <a:t>3. UX Balance — 3-Tier Response</a:t>
            </a:r>
            <a:r>
              <a:rPr lang="en-US" sz="700">
                <a:solidFill>
                  <a:schemeClr val="dk1"/>
                </a:solidFill>
              </a:rPr>
              <a:t> </a:t>
            </a:r>
            <a:r>
              <a:rPr i="1" lang="en-US" sz="700">
                <a:solidFill>
                  <a:schemeClr val="dk1"/>
                </a:solidFill>
              </a:rPr>
              <a:t>Innocent until the aggregate score says otherwise.</a:t>
            </a:r>
            <a:endParaRPr i="1"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</a:rPr>
              <a:t>Tier 1 — Auto-Approve (MSBS 0–30)</a:t>
            </a:r>
            <a:r>
              <a:rPr lang="en-US" sz="700">
                <a:solidFill>
                  <a:schemeClr val="dk1"/>
                </a:solidFill>
              </a:rPr>
              <a:t> Full payout hits UPI in under 5 minutes. No friction, no questions. Covers the vast majority of genuine claims.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</a:rPr>
              <a:t>Tier 2 — Gentle Verify (MSBS 30–65)</a:t>
            </a:r>
            <a:r>
              <a:rPr lang="en-US" sz="700">
                <a:solidFill>
                  <a:schemeClr val="dk1"/>
                </a:solidFill>
              </a:rPr>
              <a:t> 50% paid instantly. Remaining 50% held for 24 hours and resolved passively — no action needed from the worker. They are never asked to prove they were in the rain.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</a:rPr>
              <a:t>Tier 3 — Human Review (MSBS 65–100)</a:t>
            </a:r>
            <a:r>
              <a:rPr lang="en-US" sz="700">
                <a:solidFill>
                  <a:schemeClr val="dk1"/>
                </a:solidFill>
              </a:rPr>
              <a:t> Full hold, resolved within 12 hours. If the worker is cleared, full payout is released plus a ₹10 apology credit. Workers are never accused of fraud — language is always neutral.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</a:rPr>
              <a:t>Trust Buffer:</a:t>
            </a:r>
            <a:r>
              <a:rPr lang="en-US" sz="700">
                <a:solidFill>
                  <a:schemeClr val="dk1"/>
                </a:solidFill>
              </a:rPr>
              <a:t> Workers with a clean 90-day history get their flag threshold raised by 15 points — loyal workers get more benefit of the doubt automatically.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70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5"/>
          <p:cNvSpPr txBox="1"/>
          <p:nvPr>
            <p:ph idx="1" type="body"/>
          </p:nvPr>
        </p:nvSpPr>
        <p:spPr>
          <a:xfrm>
            <a:off x="4711749" y="829488"/>
            <a:ext cx="2811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Helvetica Neue"/>
              <a:buNone/>
            </a:pPr>
            <a:r>
              <a:rPr b="1" lang="en-US" sz="1530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Scalability</a:t>
            </a:r>
            <a:endParaRPr/>
          </a:p>
        </p:txBody>
      </p:sp>
      <p:sp>
        <p:nvSpPr>
          <p:cNvPr id="448" name="Google Shape;448;p15"/>
          <p:cNvSpPr txBox="1"/>
          <p:nvPr>
            <p:ph type="title"/>
          </p:nvPr>
        </p:nvSpPr>
        <p:spPr>
          <a:xfrm>
            <a:off x="719999" y="323674"/>
            <a:ext cx="7704002" cy="5727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9"/>
              <a:buFont typeface="Krub"/>
              <a:buNone/>
            </a:pPr>
            <a:r>
              <a:rPr lang="en-US" sz="2309">
                <a:solidFill>
                  <a:schemeClr val="accent4"/>
                </a:solidFill>
              </a:rPr>
              <a:t>Our Core Principles</a:t>
            </a:r>
            <a:endParaRPr/>
          </a:p>
        </p:txBody>
      </p:sp>
      <p:sp>
        <p:nvSpPr>
          <p:cNvPr id="449" name="Google Shape;449;p15"/>
          <p:cNvSpPr txBox="1"/>
          <p:nvPr/>
        </p:nvSpPr>
        <p:spPr>
          <a:xfrm>
            <a:off x="1066099" y="1076824"/>
            <a:ext cx="331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7"/>
              <a:buFont typeface="DM Sans Medium"/>
              <a:buNone/>
            </a:pP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use of advanced architectures like LSTM-RNN ensures that the model remains adaptable and reusable across multiple domains, including gig economy platforms, e-commerce, and quick commerce, without requiring complete redevelopment.     </a:t>
            </a:r>
            <a:endParaRPr b="1" sz="1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7"/>
              <a:buFont typeface="DM Sans Medium"/>
              <a:buNone/>
            </a:pPr>
            <a:b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   The modular design of the </a:t>
            </a:r>
            <a:r>
              <a:rPr b="1" lang="en-US" sz="10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9-feature</a:t>
            </a: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application shell enables easy customization and scalability, allowing components to be extended or integrated into other platforms with minimal effort for future enhancements.</a:t>
            </a:r>
            <a:endParaRPr b="1" sz="10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0" name="Google Shape;450;p15"/>
          <p:cNvSpPr txBox="1"/>
          <p:nvPr/>
        </p:nvSpPr>
        <p:spPr>
          <a:xfrm>
            <a:off x="4711749" y="1146325"/>
            <a:ext cx="3204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deployment of the system on </a:t>
            </a:r>
            <a:r>
              <a:rPr b="1" lang="en-US" sz="10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AWS</a:t>
            </a: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ensures high scalability and cost efficiency by leveraging cloud-based infrastructure.</a:t>
            </a:r>
            <a:endParaRPr b="1" sz="1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Services like </a:t>
            </a:r>
            <a:r>
              <a:rPr b="1" lang="en-US" sz="10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EC2</a:t>
            </a: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enable continuous operation of the LSTM model, while event-driven auto-scaling mechanisms allow the </a:t>
            </a:r>
            <a:r>
              <a:rPr b="1" lang="en-US" sz="10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RNN</a:t>
            </a: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to activate only when required, optimizing resource usage and reducing compute costs. </a:t>
            </a:r>
            <a:endParaRPr b="1" sz="1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1" name="Google Shape;451;p15"/>
          <p:cNvSpPr txBox="1"/>
          <p:nvPr/>
        </p:nvSpPr>
        <p:spPr>
          <a:xfrm>
            <a:off x="4653700" y="3253825"/>
            <a:ext cx="39303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deployment of the </a:t>
            </a:r>
            <a:r>
              <a:rPr b="1" lang="en-US" sz="10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PWA</a:t>
            </a: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through a simple WhatsApp URL eliminates dependency on app store approvals, significantly accelerating release timelines.</a:t>
            </a:r>
            <a:b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Additionally, the </a:t>
            </a:r>
            <a:r>
              <a:rPr b="1" lang="en-US" sz="10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parametric design</a:t>
            </a:r>
            <a:r>
              <a:rPr b="1" lang="en-US" sz="1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approach removes the need for traditional adjuster workflows, reducing operational setup time and enabling faster implementation.</a:t>
            </a:r>
            <a:endParaRPr b="1" sz="1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 Medium"/>
              <a:buNone/>
            </a:pPr>
            <a:r>
              <a:t/>
            </a:r>
            <a:endParaRPr sz="1000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52" name="Google Shape;452;p15"/>
          <p:cNvSpPr txBox="1"/>
          <p:nvPr/>
        </p:nvSpPr>
        <p:spPr>
          <a:xfrm>
            <a:off x="1176324" y="701133"/>
            <a:ext cx="2811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Krub"/>
              <a:buNone/>
            </a:pPr>
            <a:r>
              <a:rPr b="1" i="0" lang="en-US" sz="1530" u="none" cap="none" strike="noStrike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Reusability</a:t>
            </a:r>
            <a:endParaRPr/>
          </a:p>
        </p:txBody>
      </p:sp>
      <p:sp>
        <p:nvSpPr>
          <p:cNvPr id="453" name="Google Shape;453;p15"/>
          <p:cNvSpPr txBox="1"/>
          <p:nvPr/>
        </p:nvSpPr>
        <p:spPr>
          <a:xfrm>
            <a:off x="4768425" y="2883057"/>
            <a:ext cx="2811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Krub"/>
              <a:buNone/>
            </a:pPr>
            <a:r>
              <a:rPr b="1" i="0" lang="en-US" sz="1530" u="none" cap="none" strike="noStrike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Time to Market</a:t>
            </a:r>
            <a:endParaRPr/>
          </a:p>
        </p:txBody>
      </p:sp>
      <p:sp>
        <p:nvSpPr>
          <p:cNvPr id="454" name="Google Shape;454;p15"/>
          <p:cNvSpPr txBox="1"/>
          <p:nvPr/>
        </p:nvSpPr>
        <p:spPr>
          <a:xfrm>
            <a:off x="922400" y="3380425"/>
            <a:ext cx="34557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LSTM and RNN are proven </a:t>
            </a:r>
            <a:r>
              <a:rPr b="1" lang="en-US" sz="10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sequential architectures</a:t>
            </a:r>
            <a:r>
              <a:rPr b="1"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with documented production deployments in financial risk contexts. </a:t>
            </a:r>
            <a:r>
              <a:rPr b="1" lang="en-US" sz="10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rPr>
              <a:t>Parametric triggers</a:t>
            </a:r>
            <a:r>
              <a:rPr b="1" lang="en-U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eliminate claims processing complexity ,  payouts are driven by objective API data, not subjective assessment.</a:t>
            </a:r>
            <a:endParaRPr b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 Medium"/>
              <a:buNone/>
            </a:pPr>
            <a:r>
              <a:t/>
            </a:r>
            <a:endParaRPr sz="1000">
              <a:solidFill>
                <a:srgbClr val="FFFFFF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55" name="Google Shape;455;p15"/>
          <p:cNvSpPr txBox="1"/>
          <p:nvPr/>
        </p:nvSpPr>
        <p:spPr>
          <a:xfrm>
            <a:off x="1009775" y="3050033"/>
            <a:ext cx="28110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rmAutofit/>
          </a:bodyPr>
          <a:lstStyle/>
          <a:p>
            <a:pPr indent="-97155" lvl="0" marL="971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30"/>
              <a:buFont typeface="Krub"/>
              <a:buNone/>
            </a:pPr>
            <a:r>
              <a:rPr b="1" i="0" lang="en-US" sz="1530" u="none" cap="none" strike="noStrike">
                <a:solidFill>
                  <a:srgbClr val="FFFFFF"/>
                </a:solidFill>
                <a:latin typeface="Krub"/>
                <a:ea typeface="Krub"/>
                <a:cs typeface="Krub"/>
                <a:sym typeface="Krub"/>
              </a:rPr>
              <a:t>Feasibility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"/>
          <p:cNvSpPr txBox="1"/>
          <p:nvPr>
            <p:ph type="title"/>
          </p:nvPr>
        </p:nvSpPr>
        <p:spPr>
          <a:xfrm>
            <a:off x="719999" y="445025"/>
            <a:ext cx="7704002" cy="5727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9"/>
              <a:buFont typeface="Krub"/>
              <a:buNone/>
            </a:pPr>
            <a:r>
              <a:rPr lang="en-US" sz="2309">
                <a:solidFill>
                  <a:schemeClr val="accent4"/>
                </a:solidFill>
              </a:rPr>
              <a:t>Roadmap - Vision of the Software</a:t>
            </a:r>
            <a:endParaRPr/>
          </a:p>
        </p:txBody>
      </p:sp>
      <p:sp>
        <p:nvSpPr>
          <p:cNvPr id="461" name="Google Shape;461;p16"/>
          <p:cNvSpPr txBox="1"/>
          <p:nvPr/>
        </p:nvSpPr>
        <p:spPr>
          <a:xfrm>
            <a:off x="1255175" y="1224850"/>
            <a:ext cx="256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ECECEC"/>
                </a:solidFill>
                <a:latin typeface="Roboto"/>
                <a:ea typeface="Roboto"/>
                <a:cs typeface="Roboto"/>
                <a:sym typeface="Roboto"/>
              </a:rPr>
              <a:t>Shallow LSTM Model Development (Core trigger engine on synthetic dataset)</a:t>
            </a:r>
            <a:endParaRPr/>
          </a:p>
        </p:txBody>
      </p:sp>
      <p:sp>
        <p:nvSpPr>
          <p:cNvPr id="462" name="Google Shape;462;p16"/>
          <p:cNvSpPr txBox="1"/>
          <p:nvPr/>
        </p:nvSpPr>
        <p:spPr>
          <a:xfrm>
            <a:off x="1255175" y="2060050"/>
            <a:ext cx="256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ECECEC"/>
                </a:solidFill>
                <a:latin typeface="Roboto"/>
                <a:ea typeface="Roboto"/>
                <a:cs typeface="Roboto"/>
                <a:sym typeface="Roboto"/>
              </a:rPr>
              <a:t>Feature Development — Phase I (Priority Alerts &amp; Policy Activation)</a:t>
            </a:r>
            <a:endParaRPr/>
          </a:p>
        </p:txBody>
      </p:sp>
      <p:sp>
        <p:nvSpPr>
          <p:cNvPr id="463" name="Google Shape;463;p16"/>
          <p:cNvSpPr txBox="1"/>
          <p:nvPr/>
        </p:nvSpPr>
        <p:spPr>
          <a:xfrm>
            <a:off x="1255175" y="2895250"/>
            <a:ext cx="256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ECECEC"/>
                </a:solidFill>
                <a:latin typeface="Roboto"/>
                <a:ea typeface="Roboto"/>
                <a:cs typeface="Roboto"/>
                <a:sym typeface="Roboto"/>
              </a:rPr>
              <a:t>Feature Development — Phase II (Custom Zones, NL Inquiry &amp; Infoletter)</a:t>
            </a:r>
            <a:endParaRPr/>
          </a:p>
        </p:txBody>
      </p:sp>
      <p:sp>
        <p:nvSpPr>
          <p:cNvPr id="464" name="Google Shape;464;p16"/>
          <p:cNvSpPr txBox="1"/>
          <p:nvPr/>
        </p:nvSpPr>
        <p:spPr>
          <a:xfrm>
            <a:off x="1255175" y="3730449"/>
            <a:ext cx="256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ECECEC"/>
                </a:solidFill>
                <a:latin typeface="Roboto"/>
                <a:ea typeface="Roboto"/>
                <a:cs typeface="Roboto"/>
                <a:sym typeface="Roboto"/>
              </a:rPr>
              <a:t>Feature Development — Phase III (Recovery Plans, Widget &amp; Dashboard)</a:t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925631" y="1403799"/>
            <a:ext cx="214801" cy="2148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 Medium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925631" y="2231500"/>
            <a:ext cx="214801" cy="2148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 Medium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925631" y="3059200"/>
            <a:ext cx="214801" cy="2148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 Medium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925631" y="3886899"/>
            <a:ext cx="214801" cy="2148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 Medium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69" name="Google Shape;469;p16"/>
          <p:cNvSpPr txBox="1"/>
          <p:nvPr/>
        </p:nvSpPr>
        <p:spPr>
          <a:xfrm>
            <a:off x="4404974" y="1224850"/>
            <a:ext cx="2565601" cy="3606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200"/>
              <a:buFont typeface="Roboto"/>
              <a:buNone/>
            </a:pPr>
            <a:r>
              <a:rPr b="0" i="0" lang="en-US" sz="1200" u="none" cap="none" strike="noStrike">
                <a:solidFill>
                  <a:srgbClr val="ECECEC"/>
                </a:solidFill>
                <a:latin typeface="Roboto"/>
                <a:ea typeface="Roboto"/>
                <a:cs typeface="Roboto"/>
                <a:sym typeface="Roboto"/>
              </a:rPr>
              <a:t>Beta Testing and User Feedback</a:t>
            </a:r>
            <a:endParaRPr/>
          </a:p>
        </p:txBody>
      </p:sp>
      <p:sp>
        <p:nvSpPr>
          <p:cNvPr id="470" name="Google Shape;470;p16"/>
          <p:cNvSpPr txBox="1"/>
          <p:nvPr/>
        </p:nvSpPr>
        <p:spPr>
          <a:xfrm>
            <a:off x="4404974" y="2060050"/>
            <a:ext cx="256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ECECEC"/>
                </a:solidFill>
                <a:latin typeface="Roboto"/>
                <a:ea typeface="Roboto"/>
                <a:cs typeface="Roboto"/>
                <a:sym typeface="Roboto"/>
              </a:rPr>
              <a:t>Deep RNN &amp; Fraud Detector Deployment</a:t>
            </a:r>
            <a:endParaRPr/>
          </a:p>
        </p:txBody>
      </p:sp>
      <p:sp>
        <p:nvSpPr>
          <p:cNvPr id="471" name="Google Shape;471;p16"/>
          <p:cNvSpPr txBox="1"/>
          <p:nvPr/>
        </p:nvSpPr>
        <p:spPr>
          <a:xfrm>
            <a:off x="4404974" y="2895250"/>
            <a:ext cx="256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ECECEC"/>
                </a:solidFill>
                <a:latin typeface="Roboto"/>
                <a:ea typeface="Roboto"/>
                <a:cs typeface="Roboto"/>
                <a:sym typeface="Roboto"/>
              </a:rPr>
              <a:t>AWS Full Deployment &amp; Model Optimization (SageMaker → EC2 → CloudWatch)</a:t>
            </a:r>
            <a:endParaRPr/>
          </a:p>
        </p:txBody>
      </p:sp>
      <p:sp>
        <p:nvSpPr>
          <p:cNvPr id="472" name="Google Shape;472;p16"/>
          <p:cNvSpPr txBox="1"/>
          <p:nvPr/>
        </p:nvSpPr>
        <p:spPr>
          <a:xfrm>
            <a:off x="4404976" y="3730449"/>
            <a:ext cx="256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C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ECECEC"/>
                </a:solidFill>
                <a:latin typeface="Roboto"/>
                <a:ea typeface="Roboto"/>
                <a:cs typeface="Roboto"/>
                <a:sym typeface="Roboto"/>
              </a:rPr>
              <a:t>Integration and Compatibility Testing</a:t>
            </a: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4075431" y="1403799"/>
            <a:ext cx="214801" cy="21480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 Medium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4075431" y="2231500"/>
            <a:ext cx="214801" cy="21480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 Medium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4075431" y="3059200"/>
            <a:ext cx="214801" cy="2148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 Medium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4075431" y="3886899"/>
            <a:ext cx="214801" cy="2148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 Medium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cxnSp>
        <p:nvCxnSpPr>
          <p:cNvPr id="477" name="Google Shape;477;p16"/>
          <p:cNvCxnSpPr>
            <a:stCxn id="465" idx="0"/>
            <a:endCxn id="466" idx="0"/>
          </p:cNvCxnSpPr>
          <p:nvPr/>
        </p:nvCxnSpPr>
        <p:spPr>
          <a:xfrm>
            <a:off x="1033032" y="1403799"/>
            <a:ext cx="0" cy="827700"/>
          </a:xfrm>
          <a:prstGeom prst="straightConnector1">
            <a:avLst/>
          </a:prstGeom>
          <a:noFill/>
          <a:ln cap="flat" cmpd="sng" w="19050">
            <a:solidFill>
              <a:srgbClr val="AEB4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16"/>
          <p:cNvCxnSpPr>
            <a:stCxn id="466" idx="0"/>
            <a:endCxn id="467" idx="0"/>
          </p:cNvCxnSpPr>
          <p:nvPr/>
        </p:nvCxnSpPr>
        <p:spPr>
          <a:xfrm>
            <a:off x="1033032" y="2231500"/>
            <a:ext cx="0" cy="827700"/>
          </a:xfrm>
          <a:prstGeom prst="straightConnector1">
            <a:avLst/>
          </a:prstGeom>
          <a:noFill/>
          <a:ln cap="flat" cmpd="sng" w="19050">
            <a:solidFill>
              <a:srgbClr val="AEB4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16"/>
          <p:cNvCxnSpPr>
            <a:stCxn id="467" idx="0"/>
            <a:endCxn id="468" idx="0"/>
          </p:cNvCxnSpPr>
          <p:nvPr/>
        </p:nvCxnSpPr>
        <p:spPr>
          <a:xfrm>
            <a:off x="1033032" y="3059200"/>
            <a:ext cx="0" cy="827700"/>
          </a:xfrm>
          <a:prstGeom prst="straightConnector1">
            <a:avLst/>
          </a:prstGeom>
          <a:noFill/>
          <a:ln cap="flat" cmpd="sng" w="19050">
            <a:solidFill>
              <a:srgbClr val="AEB4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0" name="Google Shape;480;p16"/>
          <p:cNvCxnSpPr>
            <a:stCxn id="468" idx="0"/>
            <a:endCxn id="476" idx="0"/>
          </p:cNvCxnSpPr>
          <p:nvPr/>
        </p:nvCxnSpPr>
        <p:spPr>
          <a:xfrm flipH="1" rot="-5400000">
            <a:off x="2607582" y="2312349"/>
            <a:ext cx="600" cy="3149700"/>
          </a:xfrm>
          <a:prstGeom prst="bentConnector3">
            <a:avLst>
              <a:gd fmla="val 97250167" name="adj1"/>
            </a:avLst>
          </a:prstGeom>
          <a:noFill/>
          <a:ln cap="flat" cmpd="sng" w="19050">
            <a:solidFill>
              <a:srgbClr val="AEB4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1" name="Google Shape;481;p16"/>
          <p:cNvCxnSpPr>
            <a:stCxn id="476" idx="0"/>
            <a:endCxn id="475" idx="0"/>
          </p:cNvCxnSpPr>
          <p:nvPr/>
        </p:nvCxnSpPr>
        <p:spPr>
          <a:xfrm rot="10800000">
            <a:off x="4182832" y="3059199"/>
            <a:ext cx="0" cy="827700"/>
          </a:xfrm>
          <a:prstGeom prst="straightConnector1">
            <a:avLst/>
          </a:prstGeom>
          <a:noFill/>
          <a:ln cap="flat" cmpd="sng" w="19050">
            <a:solidFill>
              <a:srgbClr val="AEB4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16"/>
          <p:cNvCxnSpPr>
            <a:stCxn id="475" idx="0"/>
            <a:endCxn id="474" idx="0"/>
          </p:cNvCxnSpPr>
          <p:nvPr/>
        </p:nvCxnSpPr>
        <p:spPr>
          <a:xfrm rot="10800000">
            <a:off x="4182832" y="2231500"/>
            <a:ext cx="0" cy="827700"/>
          </a:xfrm>
          <a:prstGeom prst="straightConnector1">
            <a:avLst/>
          </a:prstGeom>
          <a:noFill/>
          <a:ln cap="flat" cmpd="sng" w="19050">
            <a:solidFill>
              <a:srgbClr val="AEB4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16"/>
          <p:cNvCxnSpPr>
            <a:stCxn id="474" idx="0"/>
            <a:endCxn id="473" idx="0"/>
          </p:cNvCxnSpPr>
          <p:nvPr/>
        </p:nvCxnSpPr>
        <p:spPr>
          <a:xfrm rot="10800000">
            <a:off x="4182832" y="1403800"/>
            <a:ext cx="0" cy="827700"/>
          </a:xfrm>
          <a:prstGeom prst="straightConnector1">
            <a:avLst/>
          </a:prstGeom>
          <a:noFill/>
          <a:ln cap="flat" cmpd="sng" w="19050">
            <a:solidFill>
              <a:srgbClr val="AEB4EE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4" name="Google Shape;484;p16"/>
          <p:cNvGrpSpPr/>
          <p:nvPr/>
        </p:nvGrpSpPr>
        <p:grpSpPr>
          <a:xfrm>
            <a:off x="8140374" y="1295087"/>
            <a:ext cx="59103" cy="547728"/>
            <a:chOff x="-1" y="-1"/>
            <a:chExt cx="59102" cy="547727"/>
          </a:xfrm>
        </p:grpSpPr>
        <p:sp>
          <p:nvSpPr>
            <p:cNvPr id="485" name="Google Shape;485;p16"/>
            <p:cNvSpPr/>
            <p:nvPr/>
          </p:nvSpPr>
          <p:spPr>
            <a:xfrm>
              <a:off x="-1" y="-1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-1" y="162874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-1" y="325749"/>
              <a:ext cx="59102" cy="59102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-1" y="488625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pic>
        <p:nvPicPr>
          <p:cNvPr descr="Google Shape;2019;p35" id="489" name="Google Shape;4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6325" y="2997268"/>
            <a:ext cx="2173426" cy="2210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020;p35" id="490" name="Google Shape;49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2722" y="2217699"/>
            <a:ext cx="1228426" cy="100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0000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17"/>
          <p:cNvGrpSpPr/>
          <p:nvPr/>
        </p:nvGrpSpPr>
        <p:grpSpPr>
          <a:xfrm>
            <a:off x="990711" y="700186"/>
            <a:ext cx="547729" cy="59103"/>
            <a:chOff x="-1" y="-1"/>
            <a:chExt cx="547728" cy="59102"/>
          </a:xfrm>
        </p:grpSpPr>
        <p:sp>
          <p:nvSpPr>
            <p:cNvPr id="496" name="Google Shape;496;p17"/>
            <p:cNvSpPr/>
            <p:nvPr/>
          </p:nvSpPr>
          <p:spPr>
            <a:xfrm rot="5400000">
              <a:off x="488625" y="-1"/>
              <a:ext cx="59101" cy="59102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7" name="Google Shape;497;p17"/>
            <p:cNvSpPr/>
            <p:nvPr/>
          </p:nvSpPr>
          <p:spPr>
            <a:xfrm rot="5400000">
              <a:off x="325750" y="-1"/>
              <a:ext cx="59101" cy="59102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 rot="5400000">
              <a:off x="162875" y="-1"/>
              <a:ext cx="59101" cy="59102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 rot="5400000">
              <a:off x="-1" y="-1"/>
              <a:ext cx="59102" cy="59102"/>
            </a:xfrm>
            <a:prstGeom prst="ellipse">
              <a:avLst/>
            </a:prstGeom>
            <a:solidFill>
              <a:srgbClr val="AEB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0" name="Google Shape;500;p17"/>
          <p:cNvGrpSpPr/>
          <p:nvPr/>
        </p:nvGrpSpPr>
        <p:grpSpPr>
          <a:xfrm>
            <a:off x="8022986" y="3126874"/>
            <a:ext cx="59103" cy="384853"/>
            <a:chOff x="-1" y="-1"/>
            <a:chExt cx="59102" cy="384852"/>
          </a:xfrm>
        </p:grpSpPr>
        <p:sp>
          <p:nvSpPr>
            <p:cNvPr id="501" name="Google Shape;501;p17"/>
            <p:cNvSpPr/>
            <p:nvPr/>
          </p:nvSpPr>
          <p:spPr>
            <a:xfrm>
              <a:off x="-1" y="-1"/>
              <a:ext cx="59102" cy="59102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2" name="Google Shape;502;p17"/>
            <p:cNvSpPr/>
            <p:nvPr/>
          </p:nvSpPr>
          <p:spPr>
            <a:xfrm>
              <a:off x="-1" y="162875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-1" y="325750"/>
              <a:ext cx="59102" cy="59101"/>
            </a:xfrm>
            <a:prstGeom prst="ellipse">
              <a:avLst/>
            </a:prstGeom>
            <a:solidFill>
              <a:srgbClr val="4C067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04" name="Google Shape;504;p17"/>
          <p:cNvSpPr/>
          <p:nvPr/>
        </p:nvSpPr>
        <p:spPr>
          <a:xfrm>
            <a:off x="1033375" y="3633875"/>
            <a:ext cx="4250400" cy="471301"/>
          </a:xfrm>
          <a:prstGeom prst="rect">
            <a:avLst/>
          </a:prstGeom>
          <a:solidFill>
            <a:srgbClr val="212121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DM Sans Medium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pic>
        <p:nvPicPr>
          <p:cNvPr descr="Google Shape;2035;p36" id="505" name="Google Shape;5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2725" y="2011500"/>
            <a:ext cx="6658541" cy="2822077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7"/>
          <p:cNvSpPr txBox="1"/>
          <p:nvPr/>
        </p:nvSpPr>
        <p:spPr>
          <a:xfrm>
            <a:off x="2971050" y="812274"/>
            <a:ext cx="4031701" cy="8051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100"/>
              <a:buFont typeface="DM Sans"/>
              <a:buNone/>
            </a:pPr>
            <a:r>
              <a:rPr b="1" i="0" lang="en-US" sz="41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tificial Intelligence in Finance Pitch Deck by Slidesgo">
  <a:themeElements>
    <a:clrScheme name="Artificial Intelligence in Finance Pitch Deck by Slidesgo">
      <a:dk1>
        <a:srgbClr val="EEEEFC"/>
      </a:dk1>
      <a:lt1>
        <a:srgbClr val="3A19A4"/>
      </a:lt1>
      <a:dk2>
        <a:srgbClr val="A7A7A7"/>
      </a:dk2>
      <a:lt2>
        <a:srgbClr val="535353"/>
      </a:lt2>
      <a:accent1>
        <a:srgbClr val="B66DF3"/>
      </a:accent1>
      <a:accent2>
        <a:srgbClr val="4E82F2"/>
      </a:accent2>
      <a:accent3>
        <a:srgbClr val="00F9DB"/>
      </a:accent3>
      <a:accent4>
        <a:srgbClr val="A2F26F"/>
      </a:accent4>
      <a:accent5>
        <a:srgbClr val="8F8F8F"/>
      </a:accent5>
      <a:accent6>
        <a:srgbClr val="6E6E6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tificial Intelligence in Finance Pitch Deck by Slidesgo">
  <a:themeElements>
    <a:clrScheme name="Artificial Intelligence in Finance Pitch Deck by Slidesg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66DF3"/>
      </a:accent1>
      <a:accent2>
        <a:srgbClr val="4E82F2"/>
      </a:accent2>
      <a:accent3>
        <a:srgbClr val="00F9DB"/>
      </a:accent3>
      <a:accent4>
        <a:srgbClr val="A2F26F"/>
      </a:accent4>
      <a:accent5>
        <a:srgbClr val="8F8F8F"/>
      </a:accent5>
      <a:accent6>
        <a:srgbClr val="6E6E6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